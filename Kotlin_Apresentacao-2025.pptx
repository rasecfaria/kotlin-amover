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4"/>
  </p:normalViewPr>
  <p:slideViewPr>
    <p:cSldViewPr>
      <p:cViewPr varScale="1">
        <p:scale>
          <a:sx n="74" d="100"/>
          <a:sy n="74" d="100"/>
        </p:scale>
        <p:origin x="70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7169" y="0"/>
            <a:ext cx="11130830" cy="10286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118296" y="0"/>
            <a:ext cx="11170285" cy="10287000"/>
          </a:xfrm>
          <a:custGeom>
            <a:avLst/>
            <a:gdLst/>
            <a:ahLst/>
            <a:cxnLst/>
            <a:rect l="l" t="t" r="r" b="b"/>
            <a:pathLst>
              <a:path w="11170285" h="10287000">
                <a:moveTo>
                  <a:pt x="5204063" y="10286999"/>
                </a:moveTo>
                <a:lnTo>
                  <a:pt x="4917943" y="10286999"/>
                </a:lnTo>
                <a:lnTo>
                  <a:pt x="4905270" y="10274299"/>
                </a:lnTo>
                <a:lnTo>
                  <a:pt x="4801162" y="10248899"/>
                </a:lnTo>
                <a:lnTo>
                  <a:pt x="4749373" y="10223499"/>
                </a:lnTo>
                <a:lnTo>
                  <a:pt x="4697764" y="10210799"/>
                </a:lnTo>
                <a:lnTo>
                  <a:pt x="4646336" y="10185399"/>
                </a:lnTo>
                <a:lnTo>
                  <a:pt x="4544030" y="10159999"/>
                </a:lnTo>
                <a:lnTo>
                  <a:pt x="4493157" y="10134599"/>
                </a:lnTo>
                <a:lnTo>
                  <a:pt x="4442471" y="10121899"/>
                </a:lnTo>
                <a:lnTo>
                  <a:pt x="4341672" y="10071099"/>
                </a:lnTo>
                <a:lnTo>
                  <a:pt x="4291563" y="10058399"/>
                </a:lnTo>
                <a:lnTo>
                  <a:pt x="4191932" y="10007599"/>
                </a:lnTo>
                <a:lnTo>
                  <a:pt x="4142414" y="9994899"/>
                </a:lnTo>
                <a:lnTo>
                  <a:pt x="3995073" y="9918699"/>
                </a:lnTo>
                <a:lnTo>
                  <a:pt x="3946370" y="9905999"/>
                </a:lnTo>
                <a:lnTo>
                  <a:pt x="3706010" y="9778999"/>
                </a:lnTo>
                <a:lnTo>
                  <a:pt x="3378675" y="9601199"/>
                </a:lnTo>
                <a:lnTo>
                  <a:pt x="3332817" y="9563099"/>
                </a:lnTo>
                <a:lnTo>
                  <a:pt x="3196640" y="9486899"/>
                </a:lnTo>
                <a:lnTo>
                  <a:pt x="3151718" y="9448799"/>
                </a:lnTo>
                <a:lnTo>
                  <a:pt x="3062594" y="9397999"/>
                </a:lnTo>
                <a:lnTo>
                  <a:pt x="3018394" y="9359899"/>
                </a:lnTo>
                <a:lnTo>
                  <a:pt x="2930728" y="9309099"/>
                </a:lnTo>
                <a:lnTo>
                  <a:pt x="2887266" y="9270999"/>
                </a:lnTo>
                <a:lnTo>
                  <a:pt x="2844053" y="9245599"/>
                </a:lnTo>
                <a:lnTo>
                  <a:pt x="2801091" y="9207499"/>
                </a:lnTo>
                <a:lnTo>
                  <a:pt x="2758382" y="9182099"/>
                </a:lnTo>
                <a:lnTo>
                  <a:pt x="2673731" y="9105899"/>
                </a:lnTo>
                <a:lnTo>
                  <a:pt x="2631792" y="9080499"/>
                </a:lnTo>
                <a:lnTo>
                  <a:pt x="2590114" y="9042399"/>
                </a:lnTo>
                <a:lnTo>
                  <a:pt x="2548697" y="9016999"/>
                </a:lnTo>
                <a:lnTo>
                  <a:pt x="2426037" y="8902699"/>
                </a:lnTo>
                <a:lnTo>
                  <a:pt x="2385687" y="8877299"/>
                </a:lnTo>
                <a:lnTo>
                  <a:pt x="2305801" y="8801099"/>
                </a:lnTo>
                <a:lnTo>
                  <a:pt x="2227013" y="8724899"/>
                </a:lnTo>
                <a:lnTo>
                  <a:pt x="2188035" y="8699499"/>
                </a:lnTo>
                <a:lnTo>
                  <a:pt x="2149338" y="8661399"/>
                </a:lnTo>
                <a:lnTo>
                  <a:pt x="2072790" y="8585199"/>
                </a:lnTo>
                <a:lnTo>
                  <a:pt x="1997383" y="8508999"/>
                </a:lnTo>
                <a:lnTo>
                  <a:pt x="1923133" y="8432799"/>
                </a:lnTo>
                <a:lnTo>
                  <a:pt x="1850052" y="8356599"/>
                </a:lnTo>
                <a:lnTo>
                  <a:pt x="1778157" y="8280399"/>
                </a:lnTo>
                <a:lnTo>
                  <a:pt x="1742657" y="8229599"/>
                </a:lnTo>
                <a:lnTo>
                  <a:pt x="1672566" y="8153399"/>
                </a:lnTo>
                <a:lnTo>
                  <a:pt x="1603694" y="8077199"/>
                </a:lnTo>
                <a:lnTo>
                  <a:pt x="1569721" y="8026399"/>
                </a:lnTo>
                <a:lnTo>
                  <a:pt x="1536058" y="7988299"/>
                </a:lnTo>
                <a:lnTo>
                  <a:pt x="1502708" y="7950199"/>
                </a:lnTo>
                <a:lnTo>
                  <a:pt x="1469671" y="7912099"/>
                </a:lnTo>
                <a:lnTo>
                  <a:pt x="1436951" y="7861299"/>
                </a:lnTo>
                <a:lnTo>
                  <a:pt x="1404548" y="7823199"/>
                </a:lnTo>
                <a:lnTo>
                  <a:pt x="1372465" y="7785099"/>
                </a:lnTo>
                <a:lnTo>
                  <a:pt x="1340703" y="7734299"/>
                </a:lnTo>
                <a:lnTo>
                  <a:pt x="1309265" y="7696199"/>
                </a:lnTo>
                <a:lnTo>
                  <a:pt x="1278151" y="7645399"/>
                </a:lnTo>
                <a:lnTo>
                  <a:pt x="1247364" y="7607299"/>
                </a:lnTo>
                <a:lnTo>
                  <a:pt x="1216905" y="7556499"/>
                </a:lnTo>
                <a:lnTo>
                  <a:pt x="1186777" y="7518399"/>
                </a:lnTo>
                <a:lnTo>
                  <a:pt x="1156981" y="7480299"/>
                </a:lnTo>
                <a:lnTo>
                  <a:pt x="1127518" y="7429499"/>
                </a:lnTo>
                <a:lnTo>
                  <a:pt x="1098392" y="7378699"/>
                </a:lnTo>
                <a:lnTo>
                  <a:pt x="1069603" y="7340599"/>
                </a:lnTo>
                <a:lnTo>
                  <a:pt x="1041153" y="7289799"/>
                </a:lnTo>
                <a:lnTo>
                  <a:pt x="1013044" y="7251699"/>
                </a:lnTo>
                <a:lnTo>
                  <a:pt x="985278" y="7200899"/>
                </a:lnTo>
                <a:lnTo>
                  <a:pt x="957857" y="7162799"/>
                </a:lnTo>
                <a:lnTo>
                  <a:pt x="930783" y="7111999"/>
                </a:lnTo>
                <a:lnTo>
                  <a:pt x="904056" y="7061199"/>
                </a:lnTo>
                <a:lnTo>
                  <a:pt x="877680" y="7023099"/>
                </a:lnTo>
                <a:lnTo>
                  <a:pt x="851656" y="6972299"/>
                </a:lnTo>
                <a:lnTo>
                  <a:pt x="825985" y="6921499"/>
                </a:lnTo>
                <a:lnTo>
                  <a:pt x="800670" y="6870699"/>
                </a:lnTo>
                <a:lnTo>
                  <a:pt x="775712" y="6832599"/>
                </a:lnTo>
                <a:lnTo>
                  <a:pt x="751113" y="6781799"/>
                </a:lnTo>
                <a:lnTo>
                  <a:pt x="726875" y="6730999"/>
                </a:lnTo>
                <a:lnTo>
                  <a:pt x="702999" y="6680199"/>
                </a:lnTo>
                <a:lnTo>
                  <a:pt x="679488" y="6629399"/>
                </a:lnTo>
                <a:lnTo>
                  <a:pt x="656344" y="6591299"/>
                </a:lnTo>
                <a:lnTo>
                  <a:pt x="633567" y="6540499"/>
                </a:lnTo>
                <a:lnTo>
                  <a:pt x="611160" y="6489699"/>
                </a:lnTo>
                <a:lnTo>
                  <a:pt x="589125" y="6438899"/>
                </a:lnTo>
                <a:lnTo>
                  <a:pt x="567463" y="6388099"/>
                </a:lnTo>
                <a:lnTo>
                  <a:pt x="546177" y="6337299"/>
                </a:lnTo>
                <a:lnTo>
                  <a:pt x="525267" y="6286499"/>
                </a:lnTo>
                <a:lnTo>
                  <a:pt x="504737" y="6235699"/>
                </a:lnTo>
                <a:lnTo>
                  <a:pt x="484587" y="6184899"/>
                </a:lnTo>
                <a:lnTo>
                  <a:pt x="464819" y="6134099"/>
                </a:lnTo>
                <a:lnTo>
                  <a:pt x="445436" y="6083299"/>
                </a:lnTo>
                <a:lnTo>
                  <a:pt x="426439" y="6032499"/>
                </a:lnTo>
                <a:lnTo>
                  <a:pt x="407829" y="5981699"/>
                </a:lnTo>
                <a:lnTo>
                  <a:pt x="389609" y="5930899"/>
                </a:lnTo>
                <a:lnTo>
                  <a:pt x="371781" y="5880099"/>
                </a:lnTo>
                <a:lnTo>
                  <a:pt x="354345" y="5829299"/>
                </a:lnTo>
                <a:lnTo>
                  <a:pt x="337305" y="5778499"/>
                </a:lnTo>
                <a:lnTo>
                  <a:pt x="320662" y="5727699"/>
                </a:lnTo>
                <a:lnTo>
                  <a:pt x="304417" y="5676899"/>
                </a:lnTo>
                <a:lnTo>
                  <a:pt x="288573" y="5626099"/>
                </a:lnTo>
                <a:lnTo>
                  <a:pt x="273130" y="5575299"/>
                </a:lnTo>
                <a:lnTo>
                  <a:pt x="258092" y="5524499"/>
                </a:lnTo>
                <a:lnTo>
                  <a:pt x="243460" y="5460999"/>
                </a:lnTo>
                <a:lnTo>
                  <a:pt x="229235" y="5410199"/>
                </a:lnTo>
                <a:lnTo>
                  <a:pt x="215419" y="5359399"/>
                </a:lnTo>
                <a:lnTo>
                  <a:pt x="202015" y="5308599"/>
                </a:lnTo>
                <a:lnTo>
                  <a:pt x="189024" y="5257799"/>
                </a:lnTo>
                <a:lnTo>
                  <a:pt x="176447" y="5194299"/>
                </a:lnTo>
                <a:lnTo>
                  <a:pt x="164287" y="5143499"/>
                </a:lnTo>
                <a:lnTo>
                  <a:pt x="152545" y="5092699"/>
                </a:lnTo>
                <a:lnTo>
                  <a:pt x="141224" y="5041899"/>
                </a:lnTo>
                <a:lnTo>
                  <a:pt x="130325" y="4978399"/>
                </a:lnTo>
                <a:lnTo>
                  <a:pt x="119849" y="4927599"/>
                </a:lnTo>
                <a:lnTo>
                  <a:pt x="109799" y="4876799"/>
                </a:lnTo>
                <a:lnTo>
                  <a:pt x="100176" y="4813299"/>
                </a:lnTo>
                <a:lnTo>
                  <a:pt x="90982" y="4762499"/>
                </a:lnTo>
                <a:lnTo>
                  <a:pt x="82220" y="4711699"/>
                </a:lnTo>
                <a:lnTo>
                  <a:pt x="73890" y="4648199"/>
                </a:lnTo>
                <a:lnTo>
                  <a:pt x="65994" y="4597399"/>
                </a:lnTo>
                <a:lnTo>
                  <a:pt x="58535" y="4546599"/>
                </a:lnTo>
                <a:lnTo>
                  <a:pt x="51514" y="4483099"/>
                </a:lnTo>
                <a:lnTo>
                  <a:pt x="44933" y="4432299"/>
                </a:lnTo>
                <a:lnTo>
                  <a:pt x="38794" y="4381499"/>
                </a:lnTo>
                <a:lnTo>
                  <a:pt x="33098" y="4317999"/>
                </a:lnTo>
                <a:lnTo>
                  <a:pt x="27848" y="4267199"/>
                </a:lnTo>
                <a:lnTo>
                  <a:pt x="23045" y="4203699"/>
                </a:lnTo>
                <a:lnTo>
                  <a:pt x="18690" y="4152899"/>
                </a:lnTo>
                <a:lnTo>
                  <a:pt x="14787" y="4089399"/>
                </a:lnTo>
                <a:lnTo>
                  <a:pt x="11336" y="4038599"/>
                </a:lnTo>
                <a:lnTo>
                  <a:pt x="8339" y="3987799"/>
                </a:lnTo>
                <a:lnTo>
                  <a:pt x="5798" y="3924299"/>
                </a:lnTo>
                <a:lnTo>
                  <a:pt x="3715" y="3873499"/>
                </a:lnTo>
                <a:lnTo>
                  <a:pt x="2092" y="3809999"/>
                </a:lnTo>
                <a:lnTo>
                  <a:pt x="931" y="3759199"/>
                </a:lnTo>
                <a:lnTo>
                  <a:pt x="233" y="3695699"/>
                </a:lnTo>
                <a:lnTo>
                  <a:pt x="0" y="3644899"/>
                </a:lnTo>
                <a:lnTo>
                  <a:pt x="233" y="3581399"/>
                </a:lnTo>
                <a:lnTo>
                  <a:pt x="931" y="3530599"/>
                </a:lnTo>
                <a:lnTo>
                  <a:pt x="2092" y="3467099"/>
                </a:lnTo>
                <a:lnTo>
                  <a:pt x="3715" y="3416299"/>
                </a:lnTo>
                <a:lnTo>
                  <a:pt x="5798" y="3352799"/>
                </a:lnTo>
                <a:lnTo>
                  <a:pt x="8339" y="3301999"/>
                </a:lnTo>
                <a:lnTo>
                  <a:pt x="11336" y="3238499"/>
                </a:lnTo>
                <a:lnTo>
                  <a:pt x="14787" y="3187699"/>
                </a:lnTo>
                <a:lnTo>
                  <a:pt x="18690" y="3124199"/>
                </a:lnTo>
                <a:lnTo>
                  <a:pt x="23045" y="3073399"/>
                </a:lnTo>
                <a:lnTo>
                  <a:pt x="27848" y="3009899"/>
                </a:lnTo>
                <a:lnTo>
                  <a:pt x="33098" y="2959099"/>
                </a:lnTo>
                <a:lnTo>
                  <a:pt x="38794" y="2908299"/>
                </a:lnTo>
                <a:lnTo>
                  <a:pt x="44933" y="2844799"/>
                </a:lnTo>
                <a:lnTo>
                  <a:pt x="51514" y="2793999"/>
                </a:lnTo>
                <a:lnTo>
                  <a:pt x="58535" y="2730499"/>
                </a:lnTo>
                <a:lnTo>
                  <a:pt x="65994" y="2679699"/>
                </a:lnTo>
                <a:lnTo>
                  <a:pt x="73890" y="2628899"/>
                </a:lnTo>
                <a:lnTo>
                  <a:pt x="82220" y="2565399"/>
                </a:lnTo>
                <a:lnTo>
                  <a:pt x="90982" y="2514599"/>
                </a:lnTo>
                <a:lnTo>
                  <a:pt x="100176" y="2463799"/>
                </a:lnTo>
                <a:lnTo>
                  <a:pt x="109799" y="2400299"/>
                </a:lnTo>
                <a:lnTo>
                  <a:pt x="119849" y="2349499"/>
                </a:lnTo>
                <a:lnTo>
                  <a:pt x="130325" y="2298699"/>
                </a:lnTo>
                <a:lnTo>
                  <a:pt x="141224" y="2247899"/>
                </a:lnTo>
                <a:lnTo>
                  <a:pt x="152545" y="2184399"/>
                </a:lnTo>
                <a:lnTo>
                  <a:pt x="164287" y="2133599"/>
                </a:lnTo>
                <a:lnTo>
                  <a:pt x="176447" y="2082799"/>
                </a:lnTo>
                <a:lnTo>
                  <a:pt x="189024" y="2031999"/>
                </a:lnTo>
                <a:lnTo>
                  <a:pt x="202015" y="1968499"/>
                </a:lnTo>
                <a:lnTo>
                  <a:pt x="215419" y="1917699"/>
                </a:lnTo>
                <a:lnTo>
                  <a:pt x="229235" y="1866899"/>
                </a:lnTo>
                <a:lnTo>
                  <a:pt x="243460" y="1816099"/>
                </a:lnTo>
                <a:lnTo>
                  <a:pt x="258092" y="1765299"/>
                </a:lnTo>
                <a:lnTo>
                  <a:pt x="273130" y="1701799"/>
                </a:lnTo>
                <a:lnTo>
                  <a:pt x="288573" y="1650999"/>
                </a:lnTo>
                <a:lnTo>
                  <a:pt x="304417" y="1600199"/>
                </a:lnTo>
                <a:lnTo>
                  <a:pt x="320662" y="1549399"/>
                </a:lnTo>
                <a:lnTo>
                  <a:pt x="337305" y="1498599"/>
                </a:lnTo>
                <a:lnTo>
                  <a:pt x="354345" y="1447799"/>
                </a:lnTo>
                <a:lnTo>
                  <a:pt x="371781" y="1396999"/>
                </a:lnTo>
                <a:lnTo>
                  <a:pt x="389609" y="1346199"/>
                </a:lnTo>
                <a:lnTo>
                  <a:pt x="407829" y="1295399"/>
                </a:lnTo>
                <a:lnTo>
                  <a:pt x="426439" y="1244599"/>
                </a:lnTo>
                <a:lnTo>
                  <a:pt x="445436" y="1193799"/>
                </a:lnTo>
                <a:lnTo>
                  <a:pt x="464819" y="1142999"/>
                </a:lnTo>
                <a:lnTo>
                  <a:pt x="484587" y="1092199"/>
                </a:lnTo>
                <a:lnTo>
                  <a:pt x="504737" y="1041399"/>
                </a:lnTo>
                <a:lnTo>
                  <a:pt x="525267" y="990599"/>
                </a:lnTo>
                <a:lnTo>
                  <a:pt x="546177" y="939799"/>
                </a:lnTo>
                <a:lnTo>
                  <a:pt x="567463" y="888999"/>
                </a:lnTo>
                <a:lnTo>
                  <a:pt x="589125" y="838199"/>
                </a:lnTo>
                <a:lnTo>
                  <a:pt x="611160" y="787399"/>
                </a:lnTo>
                <a:lnTo>
                  <a:pt x="633567" y="736599"/>
                </a:lnTo>
                <a:lnTo>
                  <a:pt x="656344" y="698499"/>
                </a:lnTo>
                <a:lnTo>
                  <a:pt x="679488" y="647699"/>
                </a:lnTo>
                <a:lnTo>
                  <a:pt x="702999" y="596899"/>
                </a:lnTo>
                <a:lnTo>
                  <a:pt x="726875" y="546099"/>
                </a:lnTo>
                <a:lnTo>
                  <a:pt x="751113" y="495299"/>
                </a:lnTo>
                <a:lnTo>
                  <a:pt x="775712" y="457199"/>
                </a:lnTo>
                <a:lnTo>
                  <a:pt x="800670" y="406399"/>
                </a:lnTo>
                <a:lnTo>
                  <a:pt x="825985" y="355599"/>
                </a:lnTo>
                <a:lnTo>
                  <a:pt x="851656" y="304799"/>
                </a:lnTo>
                <a:lnTo>
                  <a:pt x="877680" y="266699"/>
                </a:lnTo>
                <a:lnTo>
                  <a:pt x="904056" y="215899"/>
                </a:lnTo>
                <a:lnTo>
                  <a:pt x="930783" y="165099"/>
                </a:lnTo>
                <a:lnTo>
                  <a:pt x="957857" y="126999"/>
                </a:lnTo>
                <a:lnTo>
                  <a:pt x="985278" y="76199"/>
                </a:lnTo>
                <a:lnTo>
                  <a:pt x="1013044" y="25399"/>
                </a:lnTo>
                <a:lnTo>
                  <a:pt x="1035904" y="0"/>
                </a:lnTo>
                <a:lnTo>
                  <a:pt x="1128353" y="0"/>
                </a:lnTo>
                <a:lnTo>
                  <a:pt x="1107607" y="25399"/>
                </a:lnTo>
                <a:lnTo>
                  <a:pt x="1079805" y="76199"/>
                </a:lnTo>
                <a:lnTo>
                  <a:pt x="1052343" y="114299"/>
                </a:lnTo>
                <a:lnTo>
                  <a:pt x="1025221" y="165099"/>
                </a:lnTo>
                <a:lnTo>
                  <a:pt x="998442" y="203199"/>
                </a:lnTo>
                <a:lnTo>
                  <a:pt x="972007" y="253999"/>
                </a:lnTo>
                <a:lnTo>
                  <a:pt x="945918" y="304799"/>
                </a:lnTo>
                <a:lnTo>
                  <a:pt x="920178" y="342899"/>
                </a:lnTo>
                <a:lnTo>
                  <a:pt x="894787" y="393699"/>
                </a:lnTo>
                <a:lnTo>
                  <a:pt x="869748" y="444499"/>
                </a:lnTo>
                <a:lnTo>
                  <a:pt x="845061" y="482599"/>
                </a:lnTo>
                <a:lnTo>
                  <a:pt x="820730" y="533399"/>
                </a:lnTo>
                <a:lnTo>
                  <a:pt x="796756" y="584199"/>
                </a:lnTo>
                <a:lnTo>
                  <a:pt x="773141" y="634999"/>
                </a:lnTo>
                <a:lnTo>
                  <a:pt x="749886" y="673099"/>
                </a:lnTo>
                <a:lnTo>
                  <a:pt x="726993" y="723899"/>
                </a:lnTo>
                <a:lnTo>
                  <a:pt x="704464" y="774699"/>
                </a:lnTo>
                <a:lnTo>
                  <a:pt x="682300" y="825499"/>
                </a:lnTo>
                <a:lnTo>
                  <a:pt x="660505" y="876299"/>
                </a:lnTo>
                <a:lnTo>
                  <a:pt x="639078" y="927099"/>
                </a:lnTo>
                <a:lnTo>
                  <a:pt x="618023" y="965199"/>
                </a:lnTo>
                <a:lnTo>
                  <a:pt x="597340" y="1015999"/>
                </a:lnTo>
                <a:lnTo>
                  <a:pt x="577033" y="1066799"/>
                </a:lnTo>
                <a:lnTo>
                  <a:pt x="557101" y="1117599"/>
                </a:lnTo>
                <a:lnTo>
                  <a:pt x="537548" y="1168399"/>
                </a:lnTo>
                <a:lnTo>
                  <a:pt x="518375" y="1219199"/>
                </a:lnTo>
                <a:lnTo>
                  <a:pt x="499583" y="1269999"/>
                </a:lnTo>
                <a:lnTo>
                  <a:pt x="481176" y="1320799"/>
                </a:lnTo>
                <a:lnTo>
                  <a:pt x="463153" y="1371599"/>
                </a:lnTo>
                <a:lnTo>
                  <a:pt x="445518" y="1422399"/>
                </a:lnTo>
                <a:lnTo>
                  <a:pt x="428271" y="1473199"/>
                </a:lnTo>
                <a:lnTo>
                  <a:pt x="411415" y="1523999"/>
                </a:lnTo>
                <a:lnTo>
                  <a:pt x="394952" y="1574799"/>
                </a:lnTo>
                <a:lnTo>
                  <a:pt x="378883" y="1625599"/>
                </a:lnTo>
                <a:lnTo>
                  <a:pt x="363210" y="1676399"/>
                </a:lnTo>
                <a:lnTo>
                  <a:pt x="347934" y="1727199"/>
                </a:lnTo>
                <a:lnTo>
                  <a:pt x="333059" y="1777999"/>
                </a:lnTo>
                <a:lnTo>
                  <a:pt x="318584" y="1828799"/>
                </a:lnTo>
                <a:lnTo>
                  <a:pt x="304513" y="1892299"/>
                </a:lnTo>
                <a:lnTo>
                  <a:pt x="290847" y="1943099"/>
                </a:lnTo>
                <a:lnTo>
                  <a:pt x="277587" y="1993899"/>
                </a:lnTo>
                <a:lnTo>
                  <a:pt x="264736" y="2044699"/>
                </a:lnTo>
                <a:lnTo>
                  <a:pt x="252295" y="2095499"/>
                </a:lnTo>
                <a:lnTo>
                  <a:pt x="240266" y="2146299"/>
                </a:lnTo>
                <a:lnTo>
                  <a:pt x="228651" y="2209799"/>
                </a:lnTo>
                <a:lnTo>
                  <a:pt x="217452" y="2260599"/>
                </a:lnTo>
                <a:lnTo>
                  <a:pt x="206670" y="2311399"/>
                </a:lnTo>
                <a:lnTo>
                  <a:pt x="196307" y="2362199"/>
                </a:lnTo>
                <a:lnTo>
                  <a:pt x="186365" y="2425699"/>
                </a:lnTo>
                <a:lnTo>
                  <a:pt x="176846" y="2476499"/>
                </a:lnTo>
                <a:lnTo>
                  <a:pt x="167751" y="2527299"/>
                </a:lnTo>
                <a:lnTo>
                  <a:pt x="159083" y="2578099"/>
                </a:lnTo>
                <a:lnTo>
                  <a:pt x="150843" y="2641599"/>
                </a:lnTo>
                <a:lnTo>
                  <a:pt x="143032" y="2692399"/>
                </a:lnTo>
                <a:lnTo>
                  <a:pt x="135653" y="2743199"/>
                </a:lnTo>
                <a:lnTo>
                  <a:pt x="128708" y="2806699"/>
                </a:lnTo>
                <a:lnTo>
                  <a:pt x="122198" y="2857499"/>
                </a:lnTo>
                <a:lnTo>
                  <a:pt x="116124" y="2908299"/>
                </a:lnTo>
                <a:lnTo>
                  <a:pt x="110490" y="2971799"/>
                </a:lnTo>
                <a:lnTo>
                  <a:pt x="105296" y="3022599"/>
                </a:lnTo>
                <a:lnTo>
                  <a:pt x="100544" y="3073399"/>
                </a:lnTo>
                <a:lnTo>
                  <a:pt x="96236" y="3136899"/>
                </a:lnTo>
                <a:lnTo>
                  <a:pt x="92375" y="3187699"/>
                </a:lnTo>
                <a:lnTo>
                  <a:pt x="88961" y="3251199"/>
                </a:lnTo>
                <a:lnTo>
                  <a:pt x="85996" y="3301999"/>
                </a:lnTo>
                <a:lnTo>
                  <a:pt x="83483" y="3352799"/>
                </a:lnTo>
                <a:lnTo>
                  <a:pt x="81422" y="3416299"/>
                </a:lnTo>
                <a:lnTo>
                  <a:pt x="79816" y="3467099"/>
                </a:lnTo>
                <a:lnTo>
                  <a:pt x="78667" y="3530599"/>
                </a:lnTo>
                <a:lnTo>
                  <a:pt x="77977" y="3581399"/>
                </a:lnTo>
                <a:lnTo>
                  <a:pt x="77746" y="3644899"/>
                </a:lnTo>
                <a:lnTo>
                  <a:pt x="77977" y="3695699"/>
                </a:lnTo>
                <a:lnTo>
                  <a:pt x="78667" y="3759199"/>
                </a:lnTo>
                <a:lnTo>
                  <a:pt x="79816" y="3809999"/>
                </a:lnTo>
                <a:lnTo>
                  <a:pt x="81422" y="3860799"/>
                </a:lnTo>
                <a:lnTo>
                  <a:pt x="83483" y="3924299"/>
                </a:lnTo>
                <a:lnTo>
                  <a:pt x="85996" y="3975099"/>
                </a:lnTo>
                <a:lnTo>
                  <a:pt x="88961" y="4038599"/>
                </a:lnTo>
                <a:lnTo>
                  <a:pt x="92375" y="4089399"/>
                </a:lnTo>
                <a:lnTo>
                  <a:pt x="96236" y="4140199"/>
                </a:lnTo>
                <a:lnTo>
                  <a:pt x="100544" y="4203699"/>
                </a:lnTo>
                <a:lnTo>
                  <a:pt x="105296" y="4254499"/>
                </a:lnTo>
                <a:lnTo>
                  <a:pt x="110490" y="4317999"/>
                </a:lnTo>
                <a:lnTo>
                  <a:pt x="116124" y="4368799"/>
                </a:lnTo>
                <a:lnTo>
                  <a:pt x="122198" y="4419599"/>
                </a:lnTo>
                <a:lnTo>
                  <a:pt x="128708" y="4483099"/>
                </a:lnTo>
                <a:lnTo>
                  <a:pt x="135653" y="4533899"/>
                </a:lnTo>
                <a:lnTo>
                  <a:pt x="143032" y="4584699"/>
                </a:lnTo>
                <a:lnTo>
                  <a:pt x="150843" y="4648199"/>
                </a:lnTo>
                <a:lnTo>
                  <a:pt x="159083" y="4698999"/>
                </a:lnTo>
                <a:lnTo>
                  <a:pt x="167751" y="4749799"/>
                </a:lnTo>
                <a:lnTo>
                  <a:pt x="176846" y="4800599"/>
                </a:lnTo>
                <a:lnTo>
                  <a:pt x="186365" y="4864099"/>
                </a:lnTo>
                <a:lnTo>
                  <a:pt x="196307" y="4914899"/>
                </a:lnTo>
                <a:lnTo>
                  <a:pt x="206670" y="4965699"/>
                </a:lnTo>
                <a:lnTo>
                  <a:pt x="217452" y="5016499"/>
                </a:lnTo>
                <a:lnTo>
                  <a:pt x="228651" y="5079999"/>
                </a:lnTo>
                <a:lnTo>
                  <a:pt x="240266" y="5130799"/>
                </a:lnTo>
                <a:lnTo>
                  <a:pt x="252295" y="5181599"/>
                </a:lnTo>
                <a:lnTo>
                  <a:pt x="264736" y="5232399"/>
                </a:lnTo>
                <a:lnTo>
                  <a:pt x="277587" y="5283199"/>
                </a:lnTo>
                <a:lnTo>
                  <a:pt x="290847" y="5333999"/>
                </a:lnTo>
                <a:lnTo>
                  <a:pt x="304513" y="5397499"/>
                </a:lnTo>
                <a:lnTo>
                  <a:pt x="318584" y="5448299"/>
                </a:lnTo>
                <a:lnTo>
                  <a:pt x="333059" y="5499099"/>
                </a:lnTo>
                <a:lnTo>
                  <a:pt x="347934" y="5549899"/>
                </a:lnTo>
                <a:lnTo>
                  <a:pt x="363210" y="5600699"/>
                </a:lnTo>
                <a:lnTo>
                  <a:pt x="378883" y="5651499"/>
                </a:lnTo>
                <a:lnTo>
                  <a:pt x="394952" y="5702299"/>
                </a:lnTo>
                <a:lnTo>
                  <a:pt x="411415" y="5753099"/>
                </a:lnTo>
                <a:lnTo>
                  <a:pt x="428271" y="5803899"/>
                </a:lnTo>
                <a:lnTo>
                  <a:pt x="445518" y="5854699"/>
                </a:lnTo>
                <a:lnTo>
                  <a:pt x="463153" y="5905499"/>
                </a:lnTo>
                <a:lnTo>
                  <a:pt x="481176" y="5956299"/>
                </a:lnTo>
                <a:lnTo>
                  <a:pt x="499583" y="6007099"/>
                </a:lnTo>
                <a:lnTo>
                  <a:pt x="518375" y="6057899"/>
                </a:lnTo>
                <a:lnTo>
                  <a:pt x="537548" y="6108699"/>
                </a:lnTo>
                <a:lnTo>
                  <a:pt x="557101" y="6159499"/>
                </a:lnTo>
                <a:lnTo>
                  <a:pt x="577033" y="6210299"/>
                </a:lnTo>
                <a:lnTo>
                  <a:pt x="597340" y="6261099"/>
                </a:lnTo>
                <a:lnTo>
                  <a:pt x="618023" y="6311899"/>
                </a:lnTo>
                <a:lnTo>
                  <a:pt x="639078" y="6362699"/>
                </a:lnTo>
                <a:lnTo>
                  <a:pt x="660505" y="6400799"/>
                </a:lnTo>
                <a:lnTo>
                  <a:pt x="682300" y="6451599"/>
                </a:lnTo>
                <a:lnTo>
                  <a:pt x="704464" y="6502399"/>
                </a:lnTo>
                <a:lnTo>
                  <a:pt x="726993" y="6553199"/>
                </a:lnTo>
                <a:lnTo>
                  <a:pt x="749886" y="6603999"/>
                </a:lnTo>
                <a:lnTo>
                  <a:pt x="773141" y="6654799"/>
                </a:lnTo>
                <a:lnTo>
                  <a:pt x="796756" y="6692899"/>
                </a:lnTo>
                <a:lnTo>
                  <a:pt x="820730" y="6743699"/>
                </a:lnTo>
                <a:lnTo>
                  <a:pt x="845061" y="6794499"/>
                </a:lnTo>
                <a:lnTo>
                  <a:pt x="869748" y="6832599"/>
                </a:lnTo>
                <a:lnTo>
                  <a:pt x="894787" y="6883399"/>
                </a:lnTo>
                <a:lnTo>
                  <a:pt x="920178" y="6934199"/>
                </a:lnTo>
                <a:lnTo>
                  <a:pt x="945918" y="6972299"/>
                </a:lnTo>
                <a:lnTo>
                  <a:pt x="972007" y="7023099"/>
                </a:lnTo>
                <a:lnTo>
                  <a:pt x="998442" y="7073899"/>
                </a:lnTo>
                <a:lnTo>
                  <a:pt x="1025221" y="7111999"/>
                </a:lnTo>
                <a:lnTo>
                  <a:pt x="1052343" y="7162799"/>
                </a:lnTo>
                <a:lnTo>
                  <a:pt x="1079805" y="7213599"/>
                </a:lnTo>
                <a:lnTo>
                  <a:pt x="1107607" y="7251699"/>
                </a:lnTo>
                <a:lnTo>
                  <a:pt x="1135745" y="7302499"/>
                </a:lnTo>
                <a:lnTo>
                  <a:pt x="1164220" y="7340599"/>
                </a:lnTo>
                <a:lnTo>
                  <a:pt x="1193028" y="7391399"/>
                </a:lnTo>
                <a:lnTo>
                  <a:pt x="1222168" y="7429499"/>
                </a:lnTo>
                <a:lnTo>
                  <a:pt x="1251638" y="7480299"/>
                </a:lnTo>
                <a:lnTo>
                  <a:pt x="1281436" y="7518399"/>
                </a:lnTo>
                <a:lnTo>
                  <a:pt x="1311561" y="7556499"/>
                </a:lnTo>
                <a:lnTo>
                  <a:pt x="1342011" y="7607299"/>
                </a:lnTo>
                <a:lnTo>
                  <a:pt x="1372784" y="7645399"/>
                </a:lnTo>
                <a:lnTo>
                  <a:pt x="1403878" y="7696199"/>
                </a:lnTo>
                <a:lnTo>
                  <a:pt x="1435291" y="7734299"/>
                </a:lnTo>
                <a:lnTo>
                  <a:pt x="1467022" y="7772399"/>
                </a:lnTo>
                <a:lnTo>
                  <a:pt x="1499070" y="7823199"/>
                </a:lnTo>
                <a:lnTo>
                  <a:pt x="1531431" y="7861299"/>
                </a:lnTo>
                <a:lnTo>
                  <a:pt x="1564104" y="7899399"/>
                </a:lnTo>
                <a:lnTo>
                  <a:pt x="1597088" y="7937499"/>
                </a:lnTo>
                <a:lnTo>
                  <a:pt x="1630381" y="7988299"/>
                </a:lnTo>
                <a:lnTo>
                  <a:pt x="1663981" y="8026399"/>
                </a:lnTo>
                <a:lnTo>
                  <a:pt x="1732094" y="8102599"/>
                </a:lnTo>
                <a:lnTo>
                  <a:pt x="1801415" y="8178799"/>
                </a:lnTo>
                <a:lnTo>
                  <a:pt x="1836523" y="8216899"/>
                </a:lnTo>
                <a:lnTo>
                  <a:pt x="1871927" y="8267699"/>
                </a:lnTo>
                <a:lnTo>
                  <a:pt x="1943617" y="8343899"/>
                </a:lnTo>
                <a:lnTo>
                  <a:pt x="2016472" y="8420099"/>
                </a:lnTo>
                <a:lnTo>
                  <a:pt x="2090476" y="8496299"/>
                </a:lnTo>
                <a:lnTo>
                  <a:pt x="2127905" y="8521699"/>
                </a:lnTo>
                <a:lnTo>
                  <a:pt x="2203606" y="8597899"/>
                </a:lnTo>
                <a:lnTo>
                  <a:pt x="2280422" y="8674099"/>
                </a:lnTo>
                <a:lnTo>
                  <a:pt x="2358338" y="8750299"/>
                </a:lnTo>
                <a:lnTo>
                  <a:pt x="2397703" y="8775699"/>
                </a:lnTo>
                <a:lnTo>
                  <a:pt x="2477242" y="8851899"/>
                </a:lnTo>
                <a:lnTo>
                  <a:pt x="2517411" y="8877299"/>
                </a:lnTo>
                <a:lnTo>
                  <a:pt x="2598540" y="8953499"/>
                </a:lnTo>
                <a:lnTo>
                  <a:pt x="2639497" y="8978899"/>
                </a:lnTo>
                <a:lnTo>
                  <a:pt x="2722185" y="9055099"/>
                </a:lnTo>
                <a:lnTo>
                  <a:pt x="2763913" y="9080499"/>
                </a:lnTo>
                <a:lnTo>
                  <a:pt x="2805895" y="9118599"/>
                </a:lnTo>
                <a:lnTo>
                  <a:pt x="2848128" y="9143999"/>
                </a:lnTo>
                <a:lnTo>
                  <a:pt x="2890612" y="9182099"/>
                </a:lnTo>
                <a:lnTo>
                  <a:pt x="2976321" y="9232899"/>
                </a:lnTo>
                <a:lnTo>
                  <a:pt x="3019544" y="9270999"/>
                </a:lnTo>
                <a:lnTo>
                  <a:pt x="3063010" y="9296399"/>
                </a:lnTo>
                <a:lnTo>
                  <a:pt x="3106717" y="9334499"/>
                </a:lnTo>
                <a:lnTo>
                  <a:pt x="3239266" y="9410699"/>
                </a:lnTo>
                <a:lnTo>
                  <a:pt x="3283919" y="9448799"/>
                </a:lnTo>
                <a:lnTo>
                  <a:pt x="3464837" y="9550399"/>
                </a:lnTo>
                <a:lnTo>
                  <a:pt x="3510634" y="9588499"/>
                </a:lnTo>
                <a:lnTo>
                  <a:pt x="3837363" y="9766299"/>
                </a:lnTo>
                <a:lnTo>
                  <a:pt x="3884896" y="9778999"/>
                </a:lnTo>
                <a:lnTo>
                  <a:pt x="4077102" y="9880599"/>
                </a:lnTo>
                <a:lnTo>
                  <a:pt x="4125663" y="9893299"/>
                </a:lnTo>
                <a:lnTo>
                  <a:pt x="4272539" y="9969499"/>
                </a:lnTo>
                <a:lnTo>
                  <a:pt x="4321889" y="9982199"/>
                </a:lnTo>
                <a:lnTo>
                  <a:pt x="4371433" y="10007599"/>
                </a:lnTo>
                <a:lnTo>
                  <a:pt x="4421168" y="10020299"/>
                </a:lnTo>
                <a:lnTo>
                  <a:pt x="4471093" y="10045699"/>
                </a:lnTo>
                <a:lnTo>
                  <a:pt x="4521205" y="10058399"/>
                </a:lnTo>
                <a:lnTo>
                  <a:pt x="4571503" y="10083799"/>
                </a:lnTo>
                <a:lnTo>
                  <a:pt x="4621985" y="10096499"/>
                </a:lnTo>
                <a:lnTo>
                  <a:pt x="4672650" y="10121899"/>
                </a:lnTo>
                <a:lnTo>
                  <a:pt x="4774519" y="10147299"/>
                </a:lnTo>
                <a:lnTo>
                  <a:pt x="4825720" y="10172699"/>
                </a:lnTo>
                <a:lnTo>
                  <a:pt x="4928645" y="10198099"/>
                </a:lnTo>
                <a:lnTo>
                  <a:pt x="4980367" y="10223499"/>
                </a:lnTo>
                <a:lnTo>
                  <a:pt x="5188933" y="10274299"/>
                </a:lnTo>
                <a:lnTo>
                  <a:pt x="5204063" y="10286999"/>
                </a:lnTo>
                <a:close/>
              </a:path>
              <a:path w="11170285" h="10287000">
                <a:moveTo>
                  <a:pt x="8964326" y="10286999"/>
                </a:moveTo>
                <a:lnTo>
                  <a:pt x="8679227" y="10286999"/>
                </a:lnTo>
                <a:lnTo>
                  <a:pt x="8694357" y="10274299"/>
                </a:lnTo>
                <a:lnTo>
                  <a:pt x="8902923" y="10223499"/>
                </a:lnTo>
                <a:lnTo>
                  <a:pt x="8954644" y="10198099"/>
                </a:lnTo>
                <a:lnTo>
                  <a:pt x="9057570" y="10172699"/>
                </a:lnTo>
                <a:lnTo>
                  <a:pt x="9108771" y="10147299"/>
                </a:lnTo>
                <a:lnTo>
                  <a:pt x="9210640" y="10121899"/>
                </a:lnTo>
                <a:lnTo>
                  <a:pt x="9261304" y="10096499"/>
                </a:lnTo>
                <a:lnTo>
                  <a:pt x="9311787" y="10083799"/>
                </a:lnTo>
                <a:lnTo>
                  <a:pt x="9362085" y="10058399"/>
                </a:lnTo>
                <a:lnTo>
                  <a:pt x="9412197" y="10045699"/>
                </a:lnTo>
                <a:lnTo>
                  <a:pt x="9462121" y="10020299"/>
                </a:lnTo>
                <a:lnTo>
                  <a:pt x="9511856" y="10007599"/>
                </a:lnTo>
                <a:lnTo>
                  <a:pt x="9561400" y="9982199"/>
                </a:lnTo>
                <a:lnTo>
                  <a:pt x="9610751" y="9969499"/>
                </a:lnTo>
                <a:lnTo>
                  <a:pt x="9757627" y="9893299"/>
                </a:lnTo>
                <a:lnTo>
                  <a:pt x="9806187" y="9880599"/>
                </a:lnTo>
                <a:lnTo>
                  <a:pt x="9998393" y="9778999"/>
                </a:lnTo>
                <a:lnTo>
                  <a:pt x="10045926" y="9766299"/>
                </a:lnTo>
                <a:lnTo>
                  <a:pt x="10372656" y="9588499"/>
                </a:lnTo>
                <a:lnTo>
                  <a:pt x="10418452" y="9550399"/>
                </a:lnTo>
                <a:lnTo>
                  <a:pt x="10599370" y="9448799"/>
                </a:lnTo>
                <a:lnTo>
                  <a:pt x="10644024" y="9410699"/>
                </a:lnTo>
                <a:lnTo>
                  <a:pt x="10776573" y="9334499"/>
                </a:lnTo>
                <a:lnTo>
                  <a:pt x="10820280" y="9296399"/>
                </a:lnTo>
                <a:lnTo>
                  <a:pt x="10863745" y="9270999"/>
                </a:lnTo>
                <a:lnTo>
                  <a:pt x="10906968" y="9232899"/>
                </a:lnTo>
                <a:lnTo>
                  <a:pt x="10992678" y="9182099"/>
                </a:lnTo>
                <a:lnTo>
                  <a:pt x="11035161" y="9143999"/>
                </a:lnTo>
                <a:lnTo>
                  <a:pt x="11077395" y="9118599"/>
                </a:lnTo>
                <a:lnTo>
                  <a:pt x="11119376" y="9080499"/>
                </a:lnTo>
                <a:lnTo>
                  <a:pt x="11161104" y="9055099"/>
                </a:lnTo>
                <a:lnTo>
                  <a:pt x="11169703" y="9042399"/>
                </a:lnTo>
                <a:lnTo>
                  <a:pt x="11169703" y="9143999"/>
                </a:lnTo>
                <a:lnTo>
                  <a:pt x="11166178" y="9143999"/>
                </a:lnTo>
                <a:lnTo>
                  <a:pt x="11123718" y="9182099"/>
                </a:lnTo>
                <a:lnTo>
                  <a:pt x="11081004" y="9207499"/>
                </a:lnTo>
                <a:lnTo>
                  <a:pt x="11038037" y="9245599"/>
                </a:lnTo>
                <a:lnTo>
                  <a:pt x="10994819" y="9270999"/>
                </a:lnTo>
                <a:lnTo>
                  <a:pt x="10951353" y="9309099"/>
                </a:lnTo>
                <a:lnTo>
                  <a:pt x="10863679" y="9359899"/>
                </a:lnTo>
                <a:lnTo>
                  <a:pt x="10819475" y="9397999"/>
                </a:lnTo>
                <a:lnTo>
                  <a:pt x="10730345" y="9448799"/>
                </a:lnTo>
                <a:lnTo>
                  <a:pt x="10685421" y="9486899"/>
                </a:lnTo>
                <a:lnTo>
                  <a:pt x="10549239" y="9563099"/>
                </a:lnTo>
                <a:lnTo>
                  <a:pt x="10503380" y="9601199"/>
                </a:lnTo>
                <a:lnTo>
                  <a:pt x="10176052" y="9778999"/>
                </a:lnTo>
                <a:lnTo>
                  <a:pt x="9935711" y="9905999"/>
                </a:lnTo>
                <a:lnTo>
                  <a:pt x="9887012" y="9918699"/>
                </a:lnTo>
                <a:lnTo>
                  <a:pt x="9739690" y="9994899"/>
                </a:lnTo>
                <a:lnTo>
                  <a:pt x="9690179" y="10007599"/>
                </a:lnTo>
                <a:lnTo>
                  <a:pt x="9590563" y="10058399"/>
                </a:lnTo>
                <a:lnTo>
                  <a:pt x="9540462" y="10071099"/>
                </a:lnTo>
                <a:lnTo>
                  <a:pt x="9439682" y="10121899"/>
                </a:lnTo>
                <a:lnTo>
                  <a:pt x="9389007" y="10134599"/>
                </a:lnTo>
                <a:lnTo>
                  <a:pt x="9338144" y="10159999"/>
                </a:lnTo>
                <a:lnTo>
                  <a:pt x="9235862" y="10185399"/>
                </a:lnTo>
                <a:lnTo>
                  <a:pt x="9184446" y="10210799"/>
                </a:lnTo>
                <a:lnTo>
                  <a:pt x="9132850" y="10223499"/>
                </a:lnTo>
                <a:lnTo>
                  <a:pt x="9081075" y="10248899"/>
                </a:lnTo>
                <a:lnTo>
                  <a:pt x="8976996" y="10274299"/>
                </a:lnTo>
                <a:lnTo>
                  <a:pt x="8964326" y="10286999"/>
                </a:lnTo>
                <a:close/>
              </a:path>
            </a:pathLst>
          </a:custGeom>
          <a:solidFill>
            <a:srgbClr val="ECECEC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283" y="970769"/>
            <a:ext cx="485006" cy="48500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39113" y="969570"/>
            <a:ext cx="487680" cy="486409"/>
          </a:xfrm>
          <a:custGeom>
            <a:avLst/>
            <a:gdLst/>
            <a:ahLst/>
            <a:cxnLst/>
            <a:rect l="l" t="t" r="r" b="b"/>
            <a:pathLst>
              <a:path w="487680" h="486409">
                <a:moveTo>
                  <a:pt x="258926" y="486409"/>
                </a:moveTo>
                <a:lnTo>
                  <a:pt x="228478" y="486409"/>
                </a:lnTo>
                <a:lnTo>
                  <a:pt x="213474" y="482599"/>
                </a:lnTo>
                <a:lnTo>
                  <a:pt x="206190" y="481329"/>
                </a:lnTo>
                <a:lnTo>
                  <a:pt x="192058" y="474979"/>
                </a:lnTo>
                <a:lnTo>
                  <a:pt x="185344" y="471169"/>
                </a:lnTo>
                <a:lnTo>
                  <a:pt x="172625" y="462279"/>
                </a:lnTo>
                <a:lnTo>
                  <a:pt x="166741" y="458469"/>
                </a:lnTo>
                <a:lnTo>
                  <a:pt x="139008" y="421639"/>
                </a:lnTo>
                <a:lnTo>
                  <a:pt x="127214" y="378459"/>
                </a:lnTo>
                <a:lnTo>
                  <a:pt x="127214" y="359409"/>
                </a:lnTo>
                <a:lnTo>
                  <a:pt x="101264" y="359409"/>
                </a:lnTo>
                <a:lnTo>
                  <a:pt x="64843" y="347979"/>
                </a:lnTo>
                <a:lnTo>
                  <a:pt x="45411" y="335279"/>
                </a:lnTo>
                <a:lnTo>
                  <a:pt x="39527" y="331469"/>
                </a:lnTo>
                <a:lnTo>
                  <a:pt x="15382" y="300989"/>
                </a:lnTo>
                <a:lnTo>
                  <a:pt x="746" y="257809"/>
                </a:lnTo>
                <a:lnTo>
                  <a:pt x="0" y="250189"/>
                </a:lnTo>
                <a:lnTo>
                  <a:pt x="0" y="234949"/>
                </a:lnTo>
                <a:lnTo>
                  <a:pt x="11794" y="191769"/>
                </a:lnTo>
                <a:lnTo>
                  <a:pt x="39527" y="154939"/>
                </a:lnTo>
                <a:lnTo>
                  <a:pt x="78976" y="132079"/>
                </a:lnTo>
                <a:lnTo>
                  <a:pt x="86260" y="130809"/>
                </a:lnTo>
                <a:lnTo>
                  <a:pt x="101264" y="126999"/>
                </a:lnTo>
                <a:lnTo>
                  <a:pt x="127214" y="126999"/>
                </a:lnTo>
                <a:lnTo>
                  <a:pt x="127214" y="107949"/>
                </a:lnTo>
                <a:lnTo>
                  <a:pt x="127960" y="100329"/>
                </a:lnTo>
                <a:lnTo>
                  <a:pt x="142597" y="57149"/>
                </a:lnTo>
                <a:lnTo>
                  <a:pt x="172625" y="22859"/>
                </a:lnTo>
                <a:lnTo>
                  <a:pt x="213474" y="2539"/>
                </a:lnTo>
                <a:lnTo>
                  <a:pt x="258926" y="0"/>
                </a:lnTo>
                <a:lnTo>
                  <a:pt x="266428" y="1269"/>
                </a:lnTo>
                <a:lnTo>
                  <a:pt x="236184" y="1269"/>
                </a:lnTo>
                <a:lnTo>
                  <a:pt x="214077" y="5079"/>
                </a:lnTo>
                <a:lnTo>
                  <a:pt x="174082" y="25399"/>
                </a:lnTo>
                <a:lnTo>
                  <a:pt x="144690" y="58419"/>
                </a:lnTo>
                <a:lnTo>
                  <a:pt x="130375" y="100329"/>
                </a:lnTo>
                <a:lnTo>
                  <a:pt x="129648" y="107949"/>
                </a:lnTo>
                <a:lnTo>
                  <a:pt x="129652" y="128269"/>
                </a:lnTo>
                <a:lnTo>
                  <a:pt x="129239" y="129539"/>
                </a:lnTo>
                <a:lnTo>
                  <a:pt x="101522" y="129539"/>
                </a:lnTo>
                <a:lnTo>
                  <a:pt x="86831" y="132079"/>
                </a:lnTo>
                <a:lnTo>
                  <a:pt x="79698" y="134619"/>
                </a:lnTo>
                <a:lnTo>
                  <a:pt x="65858" y="140969"/>
                </a:lnTo>
                <a:lnTo>
                  <a:pt x="59284" y="143509"/>
                </a:lnTo>
                <a:lnTo>
                  <a:pt x="25742" y="173989"/>
                </a:lnTo>
                <a:lnTo>
                  <a:pt x="6006" y="213359"/>
                </a:lnTo>
                <a:lnTo>
                  <a:pt x="2352" y="234949"/>
                </a:lnTo>
                <a:lnTo>
                  <a:pt x="2352" y="250189"/>
                </a:lnTo>
                <a:lnTo>
                  <a:pt x="2961" y="256539"/>
                </a:lnTo>
                <a:lnTo>
                  <a:pt x="3083" y="257809"/>
                </a:lnTo>
                <a:lnTo>
                  <a:pt x="17418" y="299719"/>
                </a:lnTo>
                <a:lnTo>
                  <a:pt x="46827" y="334009"/>
                </a:lnTo>
                <a:lnTo>
                  <a:pt x="86831" y="353059"/>
                </a:lnTo>
                <a:lnTo>
                  <a:pt x="101522" y="356869"/>
                </a:lnTo>
                <a:lnTo>
                  <a:pt x="129652" y="356869"/>
                </a:lnTo>
                <a:lnTo>
                  <a:pt x="129769" y="378459"/>
                </a:lnTo>
                <a:lnTo>
                  <a:pt x="130375" y="384809"/>
                </a:lnTo>
                <a:lnTo>
                  <a:pt x="144690" y="427989"/>
                </a:lnTo>
                <a:lnTo>
                  <a:pt x="174082" y="461009"/>
                </a:lnTo>
                <a:lnTo>
                  <a:pt x="193107" y="472439"/>
                </a:lnTo>
                <a:lnTo>
                  <a:pt x="206945" y="478789"/>
                </a:lnTo>
                <a:lnTo>
                  <a:pt x="214077" y="481329"/>
                </a:lnTo>
                <a:lnTo>
                  <a:pt x="228767" y="483869"/>
                </a:lnTo>
                <a:lnTo>
                  <a:pt x="268928" y="483869"/>
                </a:lnTo>
                <a:lnTo>
                  <a:pt x="258926" y="486409"/>
                </a:lnTo>
                <a:close/>
              </a:path>
              <a:path w="487680" h="486409">
                <a:moveTo>
                  <a:pt x="268928" y="483869"/>
                </a:moveTo>
                <a:lnTo>
                  <a:pt x="258579" y="483869"/>
                </a:lnTo>
                <a:lnTo>
                  <a:pt x="273269" y="481329"/>
                </a:lnTo>
                <a:lnTo>
                  <a:pt x="280401" y="478789"/>
                </a:lnTo>
                <a:lnTo>
                  <a:pt x="294239" y="472439"/>
                </a:lnTo>
                <a:lnTo>
                  <a:pt x="300811" y="469899"/>
                </a:lnTo>
                <a:lnTo>
                  <a:pt x="313263" y="461009"/>
                </a:lnTo>
                <a:lnTo>
                  <a:pt x="342656" y="427989"/>
                </a:lnTo>
                <a:lnTo>
                  <a:pt x="356970" y="384809"/>
                </a:lnTo>
                <a:lnTo>
                  <a:pt x="357694" y="356869"/>
                </a:lnTo>
                <a:lnTo>
                  <a:pt x="382161" y="356869"/>
                </a:lnTo>
                <a:lnTo>
                  <a:pt x="424776" y="344169"/>
                </a:lnTo>
                <a:lnTo>
                  <a:pt x="457320" y="317499"/>
                </a:lnTo>
                <a:lnTo>
                  <a:pt x="467287" y="303529"/>
                </a:lnTo>
                <a:lnTo>
                  <a:pt x="471523" y="297179"/>
                </a:lnTo>
                <a:lnTo>
                  <a:pt x="484133" y="256539"/>
                </a:lnTo>
                <a:lnTo>
                  <a:pt x="484733" y="250189"/>
                </a:lnTo>
                <a:lnTo>
                  <a:pt x="484853" y="248919"/>
                </a:lnTo>
                <a:lnTo>
                  <a:pt x="479231" y="207009"/>
                </a:lnTo>
                <a:lnTo>
                  <a:pt x="464183" y="177799"/>
                </a:lnTo>
                <a:lnTo>
                  <a:pt x="459082" y="170179"/>
                </a:lnTo>
                <a:lnTo>
                  <a:pt x="427113" y="143509"/>
                </a:lnTo>
                <a:lnTo>
                  <a:pt x="411984" y="137159"/>
                </a:lnTo>
                <a:lnTo>
                  <a:pt x="404022" y="133349"/>
                </a:lnTo>
                <a:lnTo>
                  <a:pt x="379329" y="129539"/>
                </a:lnTo>
                <a:lnTo>
                  <a:pt x="358106" y="129539"/>
                </a:lnTo>
                <a:lnTo>
                  <a:pt x="357694" y="128269"/>
                </a:lnTo>
                <a:lnTo>
                  <a:pt x="354055" y="86359"/>
                </a:lnTo>
                <a:lnTo>
                  <a:pt x="334339" y="45719"/>
                </a:lnTo>
                <a:lnTo>
                  <a:pt x="300811" y="16509"/>
                </a:lnTo>
                <a:lnTo>
                  <a:pt x="251162" y="1269"/>
                </a:lnTo>
                <a:lnTo>
                  <a:pt x="266428" y="1269"/>
                </a:lnTo>
                <a:lnTo>
                  <a:pt x="302059" y="15239"/>
                </a:lnTo>
                <a:lnTo>
                  <a:pt x="336308" y="44449"/>
                </a:lnTo>
                <a:lnTo>
                  <a:pt x="354250" y="78739"/>
                </a:lnTo>
                <a:lnTo>
                  <a:pt x="360190" y="107949"/>
                </a:lnTo>
                <a:lnTo>
                  <a:pt x="360190" y="126999"/>
                </a:lnTo>
                <a:lnTo>
                  <a:pt x="386140" y="126999"/>
                </a:lnTo>
                <a:lnTo>
                  <a:pt x="401144" y="130809"/>
                </a:lnTo>
                <a:lnTo>
                  <a:pt x="408428" y="132079"/>
                </a:lnTo>
                <a:lnTo>
                  <a:pt x="422561" y="138429"/>
                </a:lnTo>
                <a:lnTo>
                  <a:pt x="463523" y="171449"/>
                </a:lnTo>
                <a:lnTo>
                  <a:pt x="481464" y="205739"/>
                </a:lnTo>
                <a:lnTo>
                  <a:pt x="487405" y="234949"/>
                </a:lnTo>
                <a:lnTo>
                  <a:pt x="487405" y="250189"/>
                </a:lnTo>
                <a:lnTo>
                  <a:pt x="475611" y="294639"/>
                </a:lnTo>
                <a:lnTo>
                  <a:pt x="447877" y="331469"/>
                </a:lnTo>
                <a:lnTo>
                  <a:pt x="441993" y="335279"/>
                </a:lnTo>
                <a:lnTo>
                  <a:pt x="429274" y="344169"/>
                </a:lnTo>
                <a:lnTo>
                  <a:pt x="422561" y="347979"/>
                </a:lnTo>
                <a:lnTo>
                  <a:pt x="408428" y="353059"/>
                </a:lnTo>
                <a:lnTo>
                  <a:pt x="401144" y="355599"/>
                </a:lnTo>
                <a:lnTo>
                  <a:pt x="386140" y="359409"/>
                </a:lnTo>
                <a:lnTo>
                  <a:pt x="360190" y="359409"/>
                </a:lnTo>
                <a:lnTo>
                  <a:pt x="360190" y="378459"/>
                </a:lnTo>
                <a:lnTo>
                  <a:pt x="359569" y="384809"/>
                </a:lnTo>
                <a:lnTo>
                  <a:pt x="359444" y="386079"/>
                </a:lnTo>
                <a:lnTo>
                  <a:pt x="356459" y="400049"/>
                </a:lnTo>
                <a:lnTo>
                  <a:pt x="336308" y="441959"/>
                </a:lnTo>
                <a:lnTo>
                  <a:pt x="314779" y="462279"/>
                </a:lnTo>
                <a:lnTo>
                  <a:pt x="302059" y="471169"/>
                </a:lnTo>
                <a:lnTo>
                  <a:pt x="295346" y="474979"/>
                </a:lnTo>
                <a:lnTo>
                  <a:pt x="281214" y="481329"/>
                </a:lnTo>
                <a:lnTo>
                  <a:pt x="273930" y="482599"/>
                </a:lnTo>
                <a:lnTo>
                  <a:pt x="268928" y="48386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40538" y="164367"/>
            <a:ext cx="2438399" cy="24383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32086" y="1003799"/>
            <a:ext cx="2507615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C3346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0C334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577" y="6396127"/>
            <a:ext cx="5964801" cy="389087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244914" y="6381529"/>
            <a:ext cx="6000750" cy="3905885"/>
          </a:xfrm>
          <a:custGeom>
            <a:avLst/>
            <a:gdLst/>
            <a:ahLst/>
            <a:cxnLst/>
            <a:rect l="l" t="t" r="r" b="b"/>
            <a:pathLst>
              <a:path w="6000750" h="3905884">
                <a:moveTo>
                  <a:pt x="35934" y="3905470"/>
                </a:moveTo>
                <a:lnTo>
                  <a:pt x="0" y="3905470"/>
                </a:lnTo>
                <a:lnTo>
                  <a:pt x="2988157" y="5551"/>
                </a:lnTo>
                <a:lnTo>
                  <a:pt x="2993375" y="1387"/>
                </a:lnTo>
                <a:lnTo>
                  <a:pt x="2999672" y="0"/>
                </a:lnTo>
                <a:lnTo>
                  <a:pt x="3005969" y="1387"/>
                </a:lnTo>
                <a:lnTo>
                  <a:pt x="3011186" y="5551"/>
                </a:lnTo>
                <a:lnTo>
                  <a:pt x="3035770" y="37627"/>
                </a:lnTo>
                <a:lnTo>
                  <a:pt x="3000494" y="37627"/>
                </a:lnTo>
                <a:lnTo>
                  <a:pt x="35934" y="3905470"/>
                </a:lnTo>
                <a:close/>
              </a:path>
              <a:path w="6000750" h="3905884">
                <a:moveTo>
                  <a:pt x="6000129" y="3905470"/>
                </a:moveTo>
                <a:lnTo>
                  <a:pt x="5965054" y="3905470"/>
                </a:lnTo>
                <a:lnTo>
                  <a:pt x="3000494" y="37627"/>
                </a:lnTo>
                <a:lnTo>
                  <a:pt x="3035770" y="37627"/>
                </a:lnTo>
                <a:lnTo>
                  <a:pt x="6000129" y="3905470"/>
                </a:lnTo>
                <a:close/>
              </a:path>
              <a:path w="6000750" h="3905884">
                <a:moveTo>
                  <a:pt x="1570945" y="3905470"/>
                </a:moveTo>
                <a:lnTo>
                  <a:pt x="1534429" y="3905470"/>
                </a:lnTo>
                <a:lnTo>
                  <a:pt x="2988157" y="2008256"/>
                </a:lnTo>
                <a:lnTo>
                  <a:pt x="2993375" y="2004093"/>
                </a:lnTo>
                <a:lnTo>
                  <a:pt x="2999672" y="2002705"/>
                </a:lnTo>
                <a:lnTo>
                  <a:pt x="3005969" y="2004093"/>
                </a:lnTo>
                <a:lnTo>
                  <a:pt x="3011186" y="2008256"/>
                </a:lnTo>
                <a:lnTo>
                  <a:pt x="3035777" y="2040333"/>
                </a:lnTo>
                <a:lnTo>
                  <a:pt x="2999672" y="2040333"/>
                </a:lnTo>
                <a:lnTo>
                  <a:pt x="1570945" y="3905470"/>
                </a:lnTo>
                <a:close/>
              </a:path>
              <a:path w="6000750" h="3905884">
                <a:moveTo>
                  <a:pt x="4465666" y="3905470"/>
                </a:moveTo>
                <a:lnTo>
                  <a:pt x="4429882" y="3905470"/>
                </a:lnTo>
                <a:lnTo>
                  <a:pt x="2999672" y="2040333"/>
                </a:lnTo>
                <a:lnTo>
                  <a:pt x="3035777" y="2040333"/>
                </a:lnTo>
                <a:lnTo>
                  <a:pt x="4465666" y="390547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4279" y="13981"/>
            <a:ext cx="6261435" cy="408436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099475" y="0"/>
            <a:ext cx="6291580" cy="4113529"/>
          </a:xfrm>
          <a:custGeom>
            <a:avLst/>
            <a:gdLst/>
            <a:ahLst/>
            <a:cxnLst/>
            <a:rect l="l" t="t" r="r" b="b"/>
            <a:pathLst>
              <a:path w="6291580" h="4113529">
                <a:moveTo>
                  <a:pt x="1554461" y="0"/>
                </a:moveTo>
                <a:lnTo>
                  <a:pt x="9869" y="0"/>
                </a:lnTo>
                <a:lnTo>
                  <a:pt x="4934" y="3289"/>
                </a:lnTo>
                <a:lnTo>
                  <a:pt x="0" y="13159"/>
                </a:lnTo>
                <a:lnTo>
                  <a:pt x="822" y="18916"/>
                </a:lnTo>
                <a:lnTo>
                  <a:pt x="4112" y="23029"/>
                </a:lnTo>
                <a:lnTo>
                  <a:pt x="3133596" y="4107396"/>
                </a:lnTo>
                <a:lnTo>
                  <a:pt x="3138813" y="4111560"/>
                </a:lnTo>
                <a:lnTo>
                  <a:pt x="3145110" y="4112948"/>
                </a:lnTo>
                <a:lnTo>
                  <a:pt x="3151407" y="4111560"/>
                </a:lnTo>
                <a:lnTo>
                  <a:pt x="3156625" y="4107396"/>
                </a:lnTo>
                <a:lnTo>
                  <a:pt x="3181209" y="4075320"/>
                </a:lnTo>
                <a:lnTo>
                  <a:pt x="3145933" y="4075320"/>
                </a:lnTo>
                <a:lnTo>
                  <a:pt x="44413" y="28786"/>
                </a:lnTo>
                <a:lnTo>
                  <a:pt x="1579504" y="28786"/>
                </a:lnTo>
                <a:lnTo>
                  <a:pt x="1561863" y="5757"/>
                </a:lnTo>
                <a:lnTo>
                  <a:pt x="1558573" y="2467"/>
                </a:lnTo>
                <a:lnTo>
                  <a:pt x="1554461" y="0"/>
                </a:lnTo>
                <a:close/>
              </a:path>
              <a:path w="6291580" h="4113529">
                <a:moveTo>
                  <a:pt x="6282519" y="28786"/>
                </a:moveTo>
                <a:lnTo>
                  <a:pt x="6247453" y="28786"/>
                </a:lnTo>
                <a:lnTo>
                  <a:pt x="3145933" y="4075320"/>
                </a:lnTo>
                <a:lnTo>
                  <a:pt x="3181209" y="4075320"/>
                </a:lnTo>
                <a:lnTo>
                  <a:pt x="6282519" y="28786"/>
                </a:lnTo>
                <a:close/>
              </a:path>
              <a:path w="6291580" h="4113529">
                <a:moveTo>
                  <a:pt x="1579504" y="28786"/>
                </a:moveTo>
                <a:lnTo>
                  <a:pt x="1542946" y="28786"/>
                </a:lnTo>
                <a:lnTo>
                  <a:pt x="3133596" y="2104691"/>
                </a:lnTo>
                <a:lnTo>
                  <a:pt x="3138813" y="2108854"/>
                </a:lnTo>
                <a:lnTo>
                  <a:pt x="3145110" y="2110242"/>
                </a:lnTo>
                <a:lnTo>
                  <a:pt x="3151407" y="2108854"/>
                </a:lnTo>
                <a:lnTo>
                  <a:pt x="3156625" y="2104691"/>
                </a:lnTo>
                <a:lnTo>
                  <a:pt x="3181216" y="2072614"/>
                </a:lnTo>
                <a:lnTo>
                  <a:pt x="3145110" y="2072614"/>
                </a:lnTo>
                <a:lnTo>
                  <a:pt x="1579504" y="28786"/>
                </a:lnTo>
                <a:close/>
              </a:path>
              <a:path w="6291580" h="4113529">
                <a:moveTo>
                  <a:pt x="6281997" y="0"/>
                </a:moveTo>
                <a:lnTo>
                  <a:pt x="4736583" y="0"/>
                </a:lnTo>
                <a:lnTo>
                  <a:pt x="4732470" y="2467"/>
                </a:lnTo>
                <a:lnTo>
                  <a:pt x="4730003" y="5757"/>
                </a:lnTo>
                <a:lnTo>
                  <a:pt x="3145110" y="2072614"/>
                </a:lnTo>
                <a:lnTo>
                  <a:pt x="3181216" y="2072614"/>
                </a:lnTo>
                <a:lnTo>
                  <a:pt x="4748097" y="28786"/>
                </a:lnTo>
                <a:lnTo>
                  <a:pt x="6282519" y="28786"/>
                </a:lnTo>
                <a:lnTo>
                  <a:pt x="6286932" y="23029"/>
                </a:lnTo>
                <a:lnTo>
                  <a:pt x="6290221" y="18916"/>
                </a:lnTo>
                <a:lnTo>
                  <a:pt x="6291044" y="13159"/>
                </a:lnTo>
                <a:lnTo>
                  <a:pt x="6289399" y="8224"/>
                </a:lnTo>
                <a:lnTo>
                  <a:pt x="6286932" y="3289"/>
                </a:lnTo>
                <a:lnTo>
                  <a:pt x="6281997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C3346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0C334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C3346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C3346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C3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2575" y="892175"/>
            <a:ext cx="6734175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C3346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463274"/>
            <a:ext cx="14530705" cy="589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0C334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62936" y="3641756"/>
            <a:ext cx="1065784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dirty="0">
                <a:solidFill>
                  <a:srgbClr val="0C3346"/>
                </a:solidFill>
                <a:latin typeface="Arial Narrow"/>
                <a:cs typeface="Arial Narrow"/>
              </a:rPr>
              <a:t>FORMAÇÃO</a:t>
            </a:r>
            <a:r>
              <a:rPr sz="8800" spc="170" dirty="0">
                <a:solidFill>
                  <a:srgbClr val="0C3346"/>
                </a:solidFill>
                <a:latin typeface="Arial Narrow"/>
                <a:cs typeface="Arial Narrow"/>
              </a:rPr>
              <a:t> </a:t>
            </a:r>
            <a:r>
              <a:rPr sz="8800" spc="150" dirty="0">
                <a:solidFill>
                  <a:srgbClr val="0C3346"/>
                </a:solidFill>
                <a:latin typeface="Arial Narrow"/>
                <a:cs typeface="Arial Narrow"/>
              </a:rPr>
              <a:t>DE</a:t>
            </a:r>
            <a:r>
              <a:rPr sz="8800" spc="170" dirty="0">
                <a:solidFill>
                  <a:srgbClr val="0C3346"/>
                </a:solidFill>
                <a:latin typeface="Arial Narrow"/>
                <a:cs typeface="Arial Narrow"/>
              </a:rPr>
              <a:t> </a:t>
            </a:r>
            <a:r>
              <a:rPr sz="8800" spc="125" dirty="0">
                <a:solidFill>
                  <a:srgbClr val="0C3346"/>
                </a:solidFill>
                <a:latin typeface="Arial Narrow"/>
                <a:cs typeface="Arial Narrow"/>
              </a:rPr>
              <a:t>KOTLIN</a:t>
            </a:r>
            <a:endParaRPr sz="8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Arial"/>
                <a:cs typeface="Arial"/>
              </a:rPr>
              <a:t>BOLSA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A-</a:t>
            </a:r>
            <a:r>
              <a:rPr sz="2300" spc="-10" dirty="0">
                <a:latin typeface="Arial"/>
                <a:cs typeface="Arial"/>
              </a:rPr>
              <a:t>MOVER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370908"/>
            <a:ext cx="2324735" cy="7916545"/>
            <a:chOff x="0" y="2370908"/>
            <a:chExt cx="2324735" cy="7916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385669"/>
              <a:ext cx="2309839" cy="790133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70908"/>
              <a:ext cx="2324735" cy="7916545"/>
            </a:xfrm>
            <a:custGeom>
              <a:avLst/>
              <a:gdLst/>
              <a:ahLst/>
              <a:cxnLst/>
              <a:rect l="l" t="t" r="r" b="b"/>
              <a:pathLst>
                <a:path w="2324735" h="7916545">
                  <a:moveTo>
                    <a:pt x="2324204" y="7916091"/>
                  </a:moveTo>
                  <a:lnTo>
                    <a:pt x="2295474" y="7916091"/>
                  </a:lnTo>
                  <a:lnTo>
                    <a:pt x="2295474" y="3255385"/>
                  </a:lnTo>
                  <a:lnTo>
                    <a:pt x="2295139" y="3207202"/>
                  </a:lnTo>
                  <a:lnTo>
                    <a:pt x="2294138" y="3159177"/>
                  </a:lnTo>
                  <a:lnTo>
                    <a:pt x="2292473" y="3111313"/>
                  </a:lnTo>
                  <a:lnTo>
                    <a:pt x="2290151" y="3063616"/>
                  </a:lnTo>
                  <a:lnTo>
                    <a:pt x="2287174" y="3016088"/>
                  </a:lnTo>
                  <a:lnTo>
                    <a:pt x="2283548" y="2968735"/>
                  </a:lnTo>
                  <a:lnTo>
                    <a:pt x="2279277" y="2921562"/>
                  </a:lnTo>
                  <a:lnTo>
                    <a:pt x="2274380" y="2874700"/>
                  </a:lnTo>
                  <a:lnTo>
                    <a:pt x="2268836" y="2827923"/>
                  </a:lnTo>
                  <a:lnTo>
                    <a:pt x="2262661" y="2781340"/>
                  </a:lnTo>
                  <a:lnTo>
                    <a:pt x="2255859" y="2734956"/>
                  </a:lnTo>
                  <a:lnTo>
                    <a:pt x="2248435" y="2688775"/>
                  </a:lnTo>
                  <a:lnTo>
                    <a:pt x="2240393" y="2642802"/>
                  </a:lnTo>
                  <a:lnTo>
                    <a:pt x="2231738" y="2597041"/>
                  </a:lnTo>
                  <a:lnTo>
                    <a:pt x="2222473" y="2551496"/>
                  </a:lnTo>
                  <a:lnTo>
                    <a:pt x="2212604" y="2506172"/>
                  </a:lnTo>
                  <a:lnTo>
                    <a:pt x="2202134" y="2461073"/>
                  </a:lnTo>
                  <a:lnTo>
                    <a:pt x="2191069" y="2416204"/>
                  </a:lnTo>
                  <a:lnTo>
                    <a:pt x="2179412" y="2371568"/>
                  </a:lnTo>
                  <a:lnTo>
                    <a:pt x="2167168" y="2327171"/>
                  </a:lnTo>
                  <a:lnTo>
                    <a:pt x="2154341" y="2283017"/>
                  </a:lnTo>
                  <a:lnTo>
                    <a:pt x="2140937" y="2239110"/>
                  </a:lnTo>
                  <a:lnTo>
                    <a:pt x="2126958" y="2195455"/>
                  </a:lnTo>
                  <a:lnTo>
                    <a:pt x="2112411" y="2152056"/>
                  </a:lnTo>
                  <a:lnTo>
                    <a:pt x="2097298" y="2108917"/>
                  </a:lnTo>
                  <a:lnTo>
                    <a:pt x="2081625" y="2066043"/>
                  </a:lnTo>
                  <a:lnTo>
                    <a:pt x="2065395" y="2023438"/>
                  </a:lnTo>
                  <a:lnTo>
                    <a:pt x="2048615" y="1981107"/>
                  </a:lnTo>
                  <a:lnTo>
                    <a:pt x="2031286" y="1939054"/>
                  </a:lnTo>
                  <a:lnTo>
                    <a:pt x="2013416" y="1897283"/>
                  </a:lnTo>
                  <a:lnTo>
                    <a:pt x="1995006" y="1855800"/>
                  </a:lnTo>
                  <a:lnTo>
                    <a:pt x="1976063" y="1814607"/>
                  </a:lnTo>
                  <a:lnTo>
                    <a:pt x="1956590" y="1773710"/>
                  </a:lnTo>
                  <a:lnTo>
                    <a:pt x="1936592" y="1733114"/>
                  </a:lnTo>
                  <a:lnTo>
                    <a:pt x="1916073" y="1692821"/>
                  </a:lnTo>
                  <a:lnTo>
                    <a:pt x="1895039" y="1652838"/>
                  </a:lnTo>
                  <a:lnTo>
                    <a:pt x="1873492" y="1613168"/>
                  </a:lnTo>
                  <a:lnTo>
                    <a:pt x="1851437" y="1573816"/>
                  </a:lnTo>
                  <a:lnTo>
                    <a:pt x="1828880" y="1534785"/>
                  </a:lnTo>
                  <a:lnTo>
                    <a:pt x="1805824" y="1496082"/>
                  </a:lnTo>
                  <a:lnTo>
                    <a:pt x="1782274" y="1457709"/>
                  </a:lnTo>
                  <a:lnTo>
                    <a:pt x="1758234" y="1419671"/>
                  </a:lnTo>
                  <a:lnTo>
                    <a:pt x="1733709" y="1381973"/>
                  </a:lnTo>
                  <a:lnTo>
                    <a:pt x="1708703" y="1344620"/>
                  </a:lnTo>
                  <a:lnTo>
                    <a:pt x="1683220" y="1307614"/>
                  </a:lnTo>
                  <a:lnTo>
                    <a:pt x="1657266" y="1270962"/>
                  </a:lnTo>
                  <a:lnTo>
                    <a:pt x="1630843" y="1234667"/>
                  </a:lnTo>
                  <a:lnTo>
                    <a:pt x="1603958" y="1198734"/>
                  </a:lnTo>
                  <a:lnTo>
                    <a:pt x="1576613" y="1163167"/>
                  </a:lnTo>
                  <a:lnTo>
                    <a:pt x="1548815" y="1127971"/>
                  </a:lnTo>
                  <a:lnTo>
                    <a:pt x="1520566" y="1093149"/>
                  </a:lnTo>
                  <a:lnTo>
                    <a:pt x="1491871" y="1058707"/>
                  </a:lnTo>
                  <a:lnTo>
                    <a:pt x="1462736" y="1024649"/>
                  </a:lnTo>
                  <a:lnTo>
                    <a:pt x="1433164" y="990979"/>
                  </a:lnTo>
                  <a:lnTo>
                    <a:pt x="1403159" y="957701"/>
                  </a:lnTo>
                  <a:lnTo>
                    <a:pt x="1372727" y="924821"/>
                  </a:lnTo>
                  <a:lnTo>
                    <a:pt x="1341871" y="892342"/>
                  </a:lnTo>
                  <a:lnTo>
                    <a:pt x="1310596" y="860268"/>
                  </a:lnTo>
                  <a:lnTo>
                    <a:pt x="1278907" y="828605"/>
                  </a:lnTo>
                  <a:lnTo>
                    <a:pt x="1246807" y="797356"/>
                  </a:lnTo>
                  <a:lnTo>
                    <a:pt x="1214302" y="766527"/>
                  </a:lnTo>
                  <a:lnTo>
                    <a:pt x="1181395" y="736121"/>
                  </a:lnTo>
                  <a:lnTo>
                    <a:pt x="1148091" y="706142"/>
                  </a:lnTo>
                  <a:lnTo>
                    <a:pt x="1114395" y="676596"/>
                  </a:lnTo>
                  <a:lnTo>
                    <a:pt x="1080310" y="647487"/>
                  </a:lnTo>
                  <a:lnTo>
                    <a:pt x="1045842" y="618818"/>
                  </a:lnTo>
                  <a:lnTo>
                    <a:pt x="1010995" y="590595"/>
                  </a:lnTo>
                  <a:lnTo>
                    <a:pt x="975773" y="562822"/>
                  </a:lnTo>
                  <a:lnTo>
                    <a:pt x="940180" y="535503"/>
                  </a:lnTo>
                  <a:lnTo>
                    <a:pt x="904222" y="508643"/>
                  </a:lnTo>
                  <a:lnTo>
                    <a:pt x="867902" y="482246"/>
                  </a:lnTo>
                  <a:lnTo>
                    <a:pt x="831225" y="456316"/>
                  </a:lnTo>
                  <a:lnTo>
                    <a:pt x="794195" y="430859"/>
                  </a:lnTo>
                  <a:lnTo>
                    <a:pt x="756816" y="405877"/>
                  </a:lnTo>
                  <a:lnTo>
                    <a:pt x="719094" y="381376"/>
                  </a:lnTo>
                  <a:lnTo>
                    <a:pt x="681033" y="357360"/>
                  </a:lnTo>
                  <a:lnTo>
                    <a:pt x="642636" y="333834"/>
                  </a:lnTo>
                  <a:lnTo>
                    <a:pt x="603909" y="310802"/>
                  </a:lnTo>
                  <a:lnTo>
                    <a:pt x="564855" y="288268"/>
                  </a:lnTo>
                  <a:lnTo>
                    <a:pt x="525480" y="266236"/>
                  </a:lnTo>
                  <a:lnTo>
                    <a:pt x="485787" y="244712"/>
                  </a:lnTo>
                  <a:lnTo>
                    <a:pt x="445782" y="223700"/>
                  </a:lnTo>
                  <a:lnTo>
                    <a:pt x="405467" y="203203"/>
                  </a:lnTo>
                  <a:lnTo>
                    <a:pt x="364849" y="183226"/>
                  </a:lnTo>
                  <a:lnTo>
                    <a:pt x="323931" y="163775"/>
                  </a:lnTo>
                  <a:lnTo>
                    <a:pt x="282718" y="144852"/>
                  </a:lnTo>
                  <a:lnTo>
                    <a:pt x="241214" y="126463"/>
                  </a:lnTo>
                  <a:lnTo>
                    <a:pt x="199424" y="108612"/>
                  </a:lnTo>
                  <a:lnTo>
                    <a:pt x="157351" y="91303"/>
                  </a:lnTo>
                  <a:lnTo>
                    <a:pt x="115001" y="74541"/>
                  </a:lnTo>
                  <a:lnTo>
                    <a:pt x="72378" y="58330"/>
                  </a:lnTo>
                  <a:lnTo>
                    <a:pt x="29486" y="42675"/>
                  </a:lnTo>
                  <a:lnTo>
                    <a:pt x="0" y="32361"/>
                  </a:lnTo>
                  <a:lnTo>
                    <a:pt x="0" y="0"/>
                  </a:lnTo>
                  <a:lnTo>
                    <a:pt x="73116" y="26012"/>
                  </a:lnTo>
                  <a:lnTo>
                    <a:pt x="115799" y="42110"/>
                  </a:lnTo>
                  <a:lnTo>
                    <a:pt x="158211" y="58756"/>
                  </a:lnTo>
                  <a:lnTo>
                    <a:pt x="200348" y="75946"/>
                  </a:lnTo>
                  <a:lnTo>
                    <a:pt x="242207" y="93675"/>
                  </a:lnTo>
                  <a:lnTo>
                    <a:pt x="283783" y="111938"/>
                  </a:lnTo>
                  <a:lnTo>
                    <a:pt x="325071" y="130732"/>
                  </a:lnTo>
                  <a:lnTo>
                    <a:pt x="366067" y="150052"/>
                  </a:lnTo>
                  <a:lnTo>
                    <a:pt x="406767" y="169895"/>
                  </a:lnTo>
                  <a:lnTo>
                    <a:pt x="447167" y="190254"/>
                  </a:lnTo>
                  <a:lnTo>
                    <a:pt x="487262" y="211127"/>
                  </a:lnTo>
                  <a:lnTo>
                    <a:pt x="527047" y="232508"/>
                  </a:lnTo>
                  <a:lnTo>
                    <a:pt x="566519" y="254394"/>
                  </a:lnTo>
                  <a:lnTo>
                    <a:pt x="605674" y="276780"/>
                  </a:lnTo>
                  <a:lnTo>
                    <a:pt x="644506" y="299661"/>
                  </a:lnTo>
                  <a:lnTo>
                    <a:pt x="683011" y="323035"/>
                  </a:lnTo>
                  <a:lnTo>
                    <a:pt x="721186" y="346895"/>
                  </a:lnTo>
                  <a:lnTo>
                    <a:pt x="759025" y="371238"/>
                  </a:lnTo>
                  <a:lnTo>
                    <a:pt x="796525" y="396059"/>
                  </a:lnTo>
                  <a:lnTo>
                    <a:pt x="833681" y="421354"/>
                  </a:lnTo>
                  <a:lnTo>
                    <a:pt x="870488" y="447120"/>
                  </a:lnTo>
                  <a:lnTo>
                    <a:pt x="906943" y="473350"/>
                  </a:lnTo>
                  <a:lnTo>
                    <a:pt x="943042" y="500042"/>
                  </a:lnTo>
                  <a:lnTo>
                    <a:pt x="978779" y="527190"/>
                  </a:lnTo>
                  <a:lnTo>
                    <a:pt x="1014150" y="554791"/>
                  </a:lnTo>
                  <a:lnTo>
                    <a:pt x="1049151" y="582839"/>
                  </a:lnTo>
                  <a:lnTo>
                    <a:pt x="1083778" y="611332"/>
                  </a:lnTo>
                  <a:lnTo>
                    <a:pt x="1118027" y="640264"/>
                  </a:lnTo>
                  <a:lnTo>
                    <a:pt x="1151893" y="669630"/>
                  </a:lnTo>
                  <a:lnTo>
                    <a:pt x="1185371" y="699428"/>
                  </a:lnTo>
                  <a:lnTo>
                    <a:pt x="1218457" y="729652"/>
                  </a:lnTo>
                  <a:lnTo>
                    <a:pt x="1251148" y="760297"/>
                  </a:lnTo>
                  <a:lnTo>
                    <a:pt x="1283439" y="791361"/>
                  </a:lnTo>
                  <a:lnTo>
                    <a:pt x="1315324" y="822838"/>
                  </a:lnTo>
                  <a:lnTo>
                    <a:pt x="1346801" y="854723"/>
                  </a:lnTo>
                  <a:lnTo>
                    <a:pt x="1377865" y="887014"/>
                  </a:lnTo>
                  <a:lnTo>
                    <a:pt x="1408510" y="919704"/>
                  </a:lnTo>
                  <a:lnTo>
                    <a:pt x="1438734" y="952791"/>
                  </a:lnTo>
                  <a:lnTo>
                    <a:pt x="1468532" y="986269"/>
                  </a:lnTo>
                  <a:lnTo>
                    <a:pt x="1497898" y="1020135"/>
                  </a:lnTo>
                  <a:lnTo>
                    <a:pt x="1526830" y="1054383"/>
                  </a:lnTo>
                  <a:lnTo>
                    <a:pt x="1555322" y="1089011"/>
                  </a:lnTo>
                  <a:lnTo>
                    <a:pt x="1583371" y="1124012"/>
                  </a:lnTo>
                  <a:lnTo>
                    <a:pt x="1610972" y="1159383"/>
                  </a:lnTo>
                  <a:lnTo>
                    <a:pt x="1638120" y="1195120"/>
                  </a:lnTo>
                  <a:lnTo>
                    <a:pt x="1664812" y="1231218"/>
                  </a:lnTo>
                  <a:lnTo>
                    <a:pt x="1691042" y="1267674"/>
                  </a:lnTo>
                  <a:lnTo>
                    <a:pt x="1716807" y="1304481"/>
                  </a:lnTo>
                  <a:lnTo>
                    <a:pt x="1742103" y="1341637"/>
                  </a:lnTo>
                  <a:lnTo>
                    <a:pt x="1766924" y="1379137"/>
                  </a:lnTo>
                  <a:lnTo>
                    <a:pt x="1791267" y="1416976"/>
                  </a:lnTo>
                  <a:lnTo>
                    <a:pt x="1815127" y="1455151"/>
                  </a:lnTo>
                  <a:lnTo>
                    <a:pt x="1838500" y="1493656"/>
                  </a:lnTo>
                  <a:lnTo>
                    <a:pt x="1861382" y="1532488"/>
                  </a:lnTo>
                  <a:lnTo>
                    <a:pt x="1883768" y="1571643"/>
                  </a:lnTo>
                  <a:lnTo>
                    <a:pt x="1905654" y="1611115"/>
                  </a:lnTo>
                  <a:lnTo>
                    <a:pt x="1927035" y="1650900"/>
                  </a:lnTo>
                  <a:lnTo>
                    <a:pt x="1947908" y="1690995"/>
                  </a:lnTo>
                  <a:lnTo>
                    <a:pt x="1968267" y="1731395"/>
                  </a:lnTo>
                  <a:lnTo>
                    <a:pt x="1988109" y="1772095"/>
                  </a:lnTo>
                  <a:lnTo>
                    <a:pt x="2007430" y="1813091"/>
                  </a:lnTo>
                  <a:lnTo>
                    <a:pt x="2026224" y="1854379"/>
                  </a:lnTo>
                  <a:lnTo>
                    <a:pt x="2044487" y="1895955"/>
                  </a:lnTo>
                  <a:lnTo>
                    <a:pt x="2062216" y="1937814"/>
                  </a:lnTo>
                  <a:lnTo>
                    <a:pt x="2079406" y="1979951"/>
                  </a:lnTo>
                  <a:lnTo>
                    <a:pt x="2096052" y="2022363"/>
                  </a:lnTo>
                  <a:lnTo>
                    <a:pt x="2112150" y="2065045"/>
                  </a:lnTo>
                  <a:lnTo>
                    <a:pt x="2127697" y="2107993"/>
                  </a:lnTo>
                  <a:lnTo>
                    <a:pt x="2142686" y="2151203"/>
                  </a:lnTo>
                  <a:lnTo>
                    <a:pt x="2157115" y="2194669"/>
                  </a:lnTo>
                  <a:lnTo>
                    <a:pt x="2170979" y="2238389"/>
                  </a:lnTo>
                  <a:lnTo>
                    <a:pt x="2184273" y="2282357"/>
                  </a:lnTo>
                  <a:lnTo>
                    <a:pt x="2196993" y="2326568"/>
                  </a:lnTo>
                  <a:lnTo>
                    <a:pt x="2209135" y="2371020"/>
                  </a:lnTo>
                  <a:lnTo>
                    <a:pt x="2220695" y="2415707"/>
                  </a:lnTo>
                  <a:lnTo>
                    <a:pt x="2231667" y="2460625"/>
                  </a:lnTo>
                  <a:lnTo>
                    <a:pt x="2242049" y="2505770"/>
                  </a:lnTo>
                  <a:lnTo>
                    <a:pt x="2251834" y="2551137"/>
                  </a:lnTo>
                  <a:lnTo>
                    <a:pt x="2261020" y="2596723"/>
                  </a:lnTo>
                  <a:lnTo>
                    <a:pt x="2269602" y="2642522"/>
                  </a:lnTo>
                  <a:lnTo>
                    <a:pt x="2277575" y="2688530"/>
                  </a:lnTo>
                  <a:lnTo>
                    <a:pt x="2284935" y="2734744"/>
                  </a:lnTo>
                  <a:lnTo>
                    <a:pt x="2291678" y="2781158"/>
                  </a:lnTo>
                  <a:lnTo>
                    <a:pt x="2297800" y="2827769"/>
                  </a:lnTo>
                  <a:lnTo>
                    <a:pt x="2303295" y="2874571"/>
                  </a:lnTo>
                  <a:lnTo>
                    <a:pt x="2308160" y="2921562"/>
                  </a:lnTo>
                  <a:lnTo>
                    <a:pt x="2312391" y="2968735"/>
                  </a:lnTo>
                  <a:lnTo>
                    <a:pt x="2315982" y="3016088"/>
                  </a:lnTo>
                  <a:lnTo>
                    <a:pt x="2318931" y="3063616"/>
                  </a:lnTo>
                  <a:lnTo>
                    <a:pt x="2321231" y="3111313"/>
                  </a:lnTo>
                  <a:lnTo>
                    <a:pt x="2322880" y="3159177"/>
                  </a:lnTo>
                  <a:lnTo>
                    <a:pt x="2323873" y="3207202"/>
                  </a:lnTo>
                  <a:lnTo>
                    <a:pt x="2324204" y="3255385"/>
                  </a:lnTo>
                  <a:lnTo>
                    <a:pt x="2324204" y="7916091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99193" y="3207517"/>
            <a:ext cx="353695" cy="4248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5"/>
              </a:lnSpc>
            </a:pPr>
            <a:r>
              <a:rPr sz="2500" b="1" spc="-50" dirty="0">
                <a:solidFill>
                  <a:srgbClr val="0C3346"/>
                </a:solidFill>
                <a:latin typeface="Arial"/>
                <a:cs typeface="Arial"/>
              </a:rPr>
              <a:t>3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500" b="1" spc="-50" dirty="0">
                <a:solidFill>
                  <a:srgbClr val="0C3346"/>
                </a:solidFill>
                <a:latin typeface="Arial"/>
                <a:cs typeface="Arial"/>
              </a:rPr>
              <a:t>4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500" b="1" spc="-50" dirty="0">
                <a:solidFill>
                  <a:srgbClr val="0C3346"/>
                </a:solidFill>
                <a:latin typeface="Arial"/>
                <a:cs typeface="Arial"/>
              </a:rPr>
              <a:t>5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500" b="1" spc="-50" dirty="0">
                <a:solidFill>
                  <a:srgbClr val="0C3346"/>
                </a:solidFill>
                <a:latin typeface="Arial"/>
                <a:cs typeface="Arial"/>
              </a:rPr>
              <a:t>7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500" b="1" spc="-50" dirty="0">
                <a:solidFill>
                  <a:srgbClr val="0C3346"/>
                </a:solidFill>
                <a:latin typeface="Arial"/>
                <a:cs typeface="Arial"/>
              </a:rPr>
              <a:t>8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500" spc="-25" dirty="0">
                <a:solidFill>
                  <a:srgbClr val="0C3346"/>
                </a:solidFill>
                <a:latin typeface="Arial"/>
                <a:cs typeface="Arial"/>
              </a:rPr>
              <a:t>11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3311" y="3207517"/>
            <a:ext cx="3547745" cy="4248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5"/>
              </a:lnSpc>
            </a:pP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Objetivos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204400"/>
              </a:lnSpc>
            </a:pP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Estrutura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da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formação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Método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de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avaliação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Conteúdo</a:t>
            </a:r>
            <a:r>
              <a:rPr sz="2500" spc="-4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disponibilizado Desafio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Kotlin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817834" y="13167"/>
            <a:ext cx="4470400" cy="10248900"/>
            <a:chOff x="13817834" y="13167"/>
            <a:chExt cx="4470400" cy="102489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32199" y="27532"/>
              <a:ext cx="4455801" cy="102319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817834" y="13167"/>
              <a:ext cx="4470400" cy="10248900"/>
            </a:xfrm>
            <a:custGeom>
              <a:avLst/>
              <a:gdLst/>
              <a:ahLst/>
              <a:cxnLst/>
              <a:rect l="l" t="t" r="r" b="b"/>
              <a:pathLst>
                <a:path w="4470400" h="10248900">
                  <a:moveTo>
                    <a:pt x="3775251" y="12699"/>
                  </a:moveTo>
                  <a:lnTo>
                    <a:pt x="3107604" y="12699"/>
                  </a:lnTo>
                  <a:lnTo>
                    <a:pt x="3154778" y="0"/>
                  </a:lnTo>
                  <a:lnTo>
                    <a:pt x="3728077" y="0"/>
                  </a:lnTo>
                  <a:lnTo>
                    <a:pt x="3775251" y="12699"/>
                  </a:lnTo>
                  <a:close/>
                </a:path>
                <a:path w="4470400" h="10248900">
                  <a:moveTo>
                    <a:pt x="3869044" y="25399"/>
                  </a:moveTo>
                  <a:lnTo>
                    <a:pt x="3013811" y="25399"/>
                  </a:lnTo>
                  <a:lnTo>
                    <a:pt x="3060614" y="12699"/>
                  </a:lnTo>
                  <a:lnTo>
                    <a:pt x="3822241" y="12699"/>
                  </a:lnTo>
                  <a:lnTo>
                    <a:pt x="3869044" y="25399"/>
                  </a:lnTo>
                  <a:close/>
                </a:path>
                <a:path w="4470400" h="10248900">
                  <a:moveTo>
                    <a:pt x="3202196" y="38099"/>
                  </a:moveTo>
                  <a:lnTo>
                    <a:pt x="2920786" y="38099"/>
                  </a:lnTo>
                  <a:lnTo>
                    <a:pt x="2967200" y="25399"/>
                  </a:lnTo>
                  <a:lnTo>
                    <a:pt x="3249706" y="25399"/>
                  </a:lnTo>
                  <a:lnTo>
                    <a:pt x="3202196" y="38099"/>
                  </a:lnTo>
                  <a:close/>
                </a:path>
                <a:path w="4470400" h="10248900">
                  <a:moveTo>
                    <a:pt x="3962068" y="38099"/>
                  </a:moveTo>
                  <a:lnTo>
                    <a:pt x="3680670" y="38099"/>
                  </a:lnTo>
                  <a:lnTo>
                    <a:pt x="3633155" y="25399"/>
                  </a:lnTo>
                  <a:lnTo>
                    <a:pt x="3915654" y="25399"/>
                  </a:lnTo>
                  <a:lnTo>
                    <a:pt x="3962068" y="38099"/>
                  </a:lnTo>
                  <a:close/>
                </a:path>
                <a:path w="4470400" h="10248900">
                  <a:moveTo>
                    <a:pt x="3060742" y="50799"/>
                  </a:moveTo>
                  <a:lnTo>
                    <a:pt x="2828564" y="50799"/>
                  </a:lnTo>
                  <a:lnTo>
                    <a:pt x="2874573" y="38099"/>
                  </a:lnTo>
                  <a:lnTo>
                    <a:pt x="3107709" y="38099"/>
                  </a:lnTo>
                  <a:lnTo>
                    <a:pt x="3060742" y="50799"/>
                  </a:lnTo>
                  <a:close/>
                </a:path>
                <a:path w="4470400" h="10248900">
                  <a:moveTo>
                    <a:pt x="4054290" y="50799"/>
                  </a:moveTo>
                  <a:lnTo>
                    <a:pt x="3822140" y="50799"/>
                  </a:lnTo>
                  <a:lnTo>
                    <a:pt x="3775166" y="38099"/>
                  </a:lnTo>
                  <a:lnTo>
                    <a:pt x="4008282" y="38099"/>
                  </a:lnTo>
                  <a:lnTo>
                    <a:pt x="4054290" y="50799"/>
                  </a:lnTo>
                  <a:close/>
                </a:path>
                <a:path w="4470400" h="10248900">
                  <a:moveTo>
                    <a:pt x="4470166" y="10248899"/>
                  </a:moveTo>
                  <a:lnTo>
                    <a:pt x="0" y="10248899"/>
                  </a:lnTo>
                  <a:lnTo>
                    <a:pt x="0" y="3428999"/>
                  </a:lnTo>
                  <a:lnTo>
                    <a:pt x="332" y="3390899"/>
                  </a:lnTo>
                  <a:lnTo>
                    <a:pt x="1324" y="3340099"/>
                  </a:lnTo>
                  <a:lnTo>
                    <a:pt x="2973" y="3289299"/>
                  </a:lnTo>
                  <a:lnTo>
                    <a:pt x="5273" y="3238499"/>
                  </a:lnTo>
                  <a:lnTo>
                    <a:pt x="8222" y="3200399"/>
                  </a:lnTo>
                  <a:lnTo>
                    <a:pt x="11813" y="3149599"/>
                  </a:lnTo>
                  <a:lnTo>
                    <a:pt x="16044" y="3098799"/>
                  </a:lnTo>
                  <a:lnTo>
                    <a:pt x="20909" y="3047999"/>
                  </a:lnTo>
                  <a:lnTo>
                    <a:pt x="26404" y="3009899"/>
                  </a:lnTo>
                  <a:lnTo>
                    <a:pt x="32526" y="2959099"/>
                  </a:lnTo>
                  <a:lnTo>
                    <a:pt x="39269" y="2908299"/>
                  </a:lnTo>
                  <a:lnTo>
                    <a:pt x="46629" y="2870199"/>
                  </a:lnTo>
                  <a:lnTo>
                    <a:pt x="54602" y="2819399"/>
                  </a:lnTo>
                  <a:lnTo>
                    <a:pt x="63184" y="2781299"/>
                  </a:lnTo>
                  <a:lnTo>
                    <a:pt x="72370" y="2730499"/>
                  </a:lnTo>
                  <a:lnTo>
                    <a:pt x="82156" y="2679699"/>
                  </a:lnTo>
                  <a:lnTo>
                    <a:pt x="92537" y="2641599"/>
                  </a:lnTo>
                  <a:lnTo>
                    <a:pt x="103510" y="2590799"/>
                  </a:lnTo>
                  <a:lnTo>
                    <a:pt x="115069" y="2552699"/>
                  </a:lnTo>
                  <a:lnTo>
                    <a:pt x="127211" y="2501899"/>
                  </a:lnTo>
                  <a:lnTo>
                    <a:pt x="139931" y="2463799"/>
                  </a:lnTo>
                  <a:lnTo>
                    <a:pt x="153225" y="2412999"/>
                  </a:lnTo>
                  <a:lnTo>
                    <a:pt x="167089" y="2374899"/>
                  </a:lnTo>
                  <a:lnTo>
                    <a:pt x="181518" y="2336799"/>
                  </a:lnTo>
                  <a:lnTo>
                    <a:pt x="196508" y="2285999"/>
                  </a:lnTo>
                  <a:lnTo>
                    <a:pt x="212054" y="2247899"/>
                  </a:lnTo>
                  <a:lnTo>
                    <a:pt x="228152" y="2197099"/>
                  </a:lnTo>
                  <a:lnTo>
                    <a:pt x="244798" y="2158999"/>
                  </a:lnTo>
                  <a:lnTo>
                    <a:pt x="261988" y="2120899"/>
                  </a:lnTo>
                  <a:lnTo>
                    <a:pt x="279717" y="2070099"/>
                  </a:lnTo>
                  <a:lnTo>
                    <a:pt x="297980" y="2031999"/>
                  </a:lnTo>
                  <a:lnTo>
                    <a:pt x="316774" y="1993899"/>
                  </a:lnTo>
                  <a:lnTo>
                    <a:pt x="336095" y="1955799"/>
                  </a:lnTo>
                  <a:lnTo>
                    <a:pt x="355937" y="1904999"/>
                  </a:lnTo>
                  <a:lnTo>
                    <a:pt x="376296" y="1866899"/>
                  </a:lnTo>
                  <a:lnTo>
                    <a:pt x="397169" y="1828799"/>
                  </a:lnTo>
                  <a:lnTo>
                    <a:pt x="418550" y="1790699"/>
                  </a:lnTo>
                  <a:lnTo>
                    <a:pt x="440436" y="1752599"/>
                  </a:lnTo>
                  <a:lnTo>
                    <a:pt x="462822" y="1714499"/>
                  </a:lnTo>
                  <a:lnTo>
                    <a:pt x="485704" y="1676399"/>
                  </a:lnTo>
                  <a:lnTo>
                    <a:pt x="509077" y="1638299"/>
                  </a:lnTo>
                  <a:lnTo>
                    <a:pt x="532937" y="1600199"/>
                  </a:lnTo>
                  <a:lnTo>
                    <a:pt x="557280" y="1562099"/>
                  </a:lnTo>
                  <a:lnTo>
                    <a:pt x="582101" y="1523999"/>
                  </a:lnTo>
                  <a:lnTo>
                    <a:pt x="607397" y="1485899"/>
                  </a:lnTo>
                  <a:lnTo>
                    <a:pt x="633162" y="1447799"/>
                  </a:lnTo>
                  <a:lnTo>
                    <a:pt x="659392" y="1409699"/>
                  </a:lnTo>
                  <a:lnTo>
                    <a:pt x="686084" y="1371599"/>
                  </a:lnTo>
                  <a:lnTo>
                    <a:pt x="713232" y="1333499"/>
                  </a:lnTo>
                  <a:lnTo>
                    <a:pt x="740833" y="1308099"/>
                  </a:lnTo>
                  <a:lnTo>
                    <a:pt x="768882" y="1269999"/>
                  </a:lnTo>
                  <a:lnTo>
                    <a:pt x="797374" y="1231899"/>
                  </a:lnTo>
                  <a:lnTo>
                    <a:pt x="826306" y="1193799"/>
                  </a:lnTo>
                  <a:lnTo>
                    <a:pt x="855673" y="1168399"/>
                  </a:lnTo>
                  <a:lnTo>
                    <a:pt x="885470" y="1130299"/>
                  </a:lnTo>
                  <a:lnTo>
                    <a:pt x="915694" y="1104899"/>
                  </a:lnTo>
                  <a:lnTo>
                    <a:pt x="946340" y="1066799"/>
                  </a:lnTo>
                  <a:lnTo>
                    <a:pt x="977403" y="1028699"/>
                  </a:lnTo>
                  <a:lnTo>
                    <a:pt x="1008880" y="1003299"/>
                  </a:lnTo>
                  <a:lnTo>
                    <a:pt x="1040766" y="965199"/>
                  </a:lnTo>
                  <a:lnTo>
                    <a:pt x="1105747" y="914399"/>
                  </a:lnTo>
                  <a:lnTo>
                    <a:pt x="1138833" y="876299"/>
                  </a:lnTo>
                  <a:lnTo>
                    <a:pt x="1206177" y="825499"/>
                  </a:lnTo>
                  <a:lnTo>
                    <a:pt x="1240426" y="787399"/>
                  </a:lnTo>
                  <a:lnTo>
                    <a:pt x="1310054" y="736599"/>
                  </a:lnTo>
                  <a:lnTo>
                    <a:pt x="1381162" y="685799"/>
                  </a:lnTo>
                  <a:lnTo>
                    <a:pt x="1417261" y="647699"/>
                  </a:lnTo>
                  <a:lnTo>
                    <a:pt x="1490523" y="596899"/>
                  </a:lnTo>
                  <a:lnTo>
                    <a:pt x="1603019" y="520699"/>
                  </a:lnTo>
                  <a:lnTo>
                    <a:pt x="1641193" y="507999"/>
                  </a:lnTo>
                  <a:lnTo>
                    <a:pt x="1679699" y="482599"/>
                  </a:lnTo>
                  <a:lnTo>
                    <a:pt x="1797157" y="406399"/>
                  </a:lnTo>
                  <a:lnTo>
                    <a:pt x="1836942" y="393699"/>
                  </a:lnTo>
                  <a:lnTo>
                    <a:pt x="1877037" y="368299"/>
                  </a:lnTo>
                  <a:lnTo>
                    <a:pt x="1917437" y="355599"/>
                  </a:lnTo>
                  <a:lnTo>
                    <a:pt x="1999133" y="304799"/>
                  </a:lnTo>
                  <a:lnTo>
                    <a:pt x="2081997" y="279399"/>
                  </a:lnTo>
                  <a:lnTo>
                    <a:pt x="2123856" y="253999"/>
                  </a:lnTo>
                  <a:lnTo>
                    <a:pt x="2165993" y="241299"/>
                  </a:lnTo>
                  <a:lnTo>
                    <a:pt x="2208405" y="215899"/>
                  </a:lnTo>
                  <a:lnTo>
                    <a:pt x="2251088" y="203199"/>
                  </a:lnTo>
                  <a:lnTo>
                    <a:pt x="2782765" y="50799"/>
                  </a:lnTo>
                  <a:lnTo>
                    <a:pt x="3013965" y="50799"/>
                  </a:lnTo>
                  <a:lnTo>
                    <a:pt x="2967382" y="63499"/>
                  </a:lnTo>
                  <a:lnTo>
                    <a:pt x="2920998" y="63499"/>
                  </a:lnTo>
                  <a:lnTo>
                    <a:pt x="2874818" y="76199"/>
                  </a:lnTo>
                  <a:lnTo>
                    <a:pt x="2828844" y="76199"/>
                  </a:lnTo>
                  <a:lnTo>
                    <a:pt x="2737538" y="101599"/>
                  </a:lnTo>
                  <a:lnTo>
                    <a:pt x="2692214" y="101599"/>
                  </a:lnTo>
                  <a:lnTo>
                    <a:pt x="2338098" y="203199"/>
                  </a:lnTo>
                  <a:lnTo>
                    <a:pt x="2294959" y="228599"/>
                  </a:lnTo>
                  <a:lnTo>
                    <a:pt x="2167149" y="266699"/>
                  </a:lnTo>
                  <a:lnTo>
                    <a:pt x="2125096" y="292099"/>
                  </a:lnTo>
                  <a:lnTo>
                    <a:pt x="2083326" y="304799"/>
                  </a:lnTo>
                  <a:lnTo>
                    <a:pt x="2041842" y="330199"/>
                  </a:lnTo>
                  <a:lnTo>
                    <a:pt x="2000649" y="342899"/>
                  </a:lnTo>
                  <a:lnTo>
                    <a:pt x="1959753" y="368299"/>
                  </a:lnTo>
                  <a:lnTo>
                    <a:pt x="1919156" y="380999"/>
                  </a:lnTo>
                  <a:lnTo>
                    <a:pt x="1878864" y="406399"/>
                  </a:lnTo>
                  <a:lnTo>
                    <a:pt x="1838880" y="419099"/>
                  </a:lnTo>
                  <a:lnTo>
                    <a:pt x="1720828" y="495299"/>
                  </a:lnTo>
                  <a:lnTo>
                    <a:pt x="1682124" y="507999"/>
                  </a:lnTo>
                  <a:lnTo>
                    <a:pt x="1568016" y="584199"/>
                  </a:lnTo>
                  <a:lnTo>
                    <a:pt x="1457004" y="660399"/>
                  </a:lnTo>
                  <a:lnTo>
                    <a:pt x="1384776" y="711199"/>
                  </a:lnTo>
                  <a:lnTo>
                    <a:pt x="1349209" y="736599"/>
                  </a:lnTo>
                  <a:lnTo>
                    <a:pt x="1314013" y="774699"/>
                  </a:lnTo>
                  <a:lnTo>
                    <a:pt x="1244750" y="825499"/>
                  </a:lnTo>
                  <a:lnTo>
                    <a:pt x="1210691" y="850899"/>
                  </a:lnTo>
                  <a:lnTo>
                    <a:pt x="1177021" y="888999"/>
                  </a:lnTo>
                  <a:lnTo>
                    <a:pt x="1143743" y="914399"/>
                  </a:lnTo>
                  <a:lnTo>
                    <a:pt x="1110863" y="952499"/>
                  </a:lnTo>
                  <a:lnTo>
                    <a:pt x="1046310" y="1003299"/>
                  </a:lnTo>
                  <a:lnTo>
                    <a:pt x="1014647" y="1041399"/>
                  </a:lnTo>
                  <a:lnTo>
                    <a:pt x="983399" y="1066799"/>
                  </a:lnTo>
                  <a:lnTo>
                    <a:pt x="952569" y="1104899"/>
                  </a:lnTo>
                  <a:lnTo>
                    <a:pt x="922163" y="1142999"/>
                  </a:lnTo>
                  <a:lnTo>
                    <a:pt x="892185" y="1168399"/>
                  </a:lnTo>
                  <a:lnTo>
                    <a:pt x="862638" y="1206499"/>
                  </a:lnTo>
                  <a:lnTo>
                    <a:pt x="833529" y="1244599"/>
                  </a:lnTo>
                  <a:lnTo>
                    <a:pt x="804861" y="1269999"/>
                  </a:lnTo>
                  <a:lnTo>
                    <a:pt x="776638" y="1308099"/>
                  </a:lnTo>
                  <a:lnTo>
                    <a:pt x="748865" y="1346199"/>
                  </a:lnTo>
                  <a:lnTo>
                    <a:pt x="721546" y="1384299"/>
                  </a:lnTo>
                  <a:lnTo>
                    <a:pt x="694685" y="1409699"/>
                  </a:lnTo>
                  <a:lnTo>
                    <a:pt x="668288" y="1447799"/>
                  </a:lnTo>
                  <a:lnTo>
                    <a:pt x="642359" y="1485899"/>
                  </a:lnTo>
                  <a:lnTo>
                    <a:pt x="616901" y="1523999"/>
                  </a:lnTo>
                  <a:lnTo>
                    <a:pt x="591919" y="1562099"/>
                  </a:lnTo>
                  <a:lnTo>
                    <a:pt x="567418" y="1600199"/>
                  </a:lnTo>
                  <a:lnTo>
                    <a:pt x="543403" y="1638299"/>
                  </a:lnTo>
                  <a:lnTo>
                    <a:pt x="519876" y="1676399"/>
                  </a:lnTo>
                  <a:lnTo>
                    <a:pt x="496844" y="1714499"/>
                  </a:lnTo>
                  <a:lnTo>
                    <a:pt x="474310" y="1752599"/>
                  </a:lnTo>
                  <a:lnTo>
                    <a:pt x="452279" y="1790699"/>
                  </a:lnTo>
                  <a:lnTo>
                    <a:pt x="430754" y="1828799"/>
                  </a:lnTo>
                  <a:lnTo>
                    <a:pt x="409742" y="1866899"/>
                  </a:lnTo>
                  <a:lnTo>
                    <a:pt x="389245" y="1917699"/>
                  </a:lnTo>
                  <a:lnTo>
                    <a:pt x="369268" y="1955799"/>
                  </a:lnTo>
                  <a:lnTo>
                    <a:pt x="349817" y="1993899"/>
                  </a:lnTo>
                  <a:lnTo>
                    <a:pt x="330894" y="2031999"/>
                  </a:lnTo>
                  <a:lnTo>
                    <a:pt x="312505" y="2082799"/>
                  </a:lnTo>
                  <a:lnTo>
                    <a:pt x="294654" y="2120899"/>
                  </a:lnTo>
                  <a:lnTo>
                    <a:pt x="277345" y="2158999"/>
                  </a:lnTo>
                  <a:lnTo>
                    <a:pt x="260583" y="2197099"/>
                  </a:lnTo>
                  <a:lnTo>
                    <a:pt x="244373" y="2247899"/>
                  </a:lnTo>
                  <a:lnTo>
                    <a:pt x="228717" y="2285999"/>
                  </a:lnTo>
                  <a:lnTo>
                    <a:pt x="213622" y="2336799"/>
                  </a:lnTo>
                  <a:lnTo>
                    <a:pt x="199091" y="2374899"/>
                  </a:lnTo>
                  <a:lnTo>
                    <a:pt x="185129" y="2412999"/>
                  </a:lnTo>
                  <a:lnTo>
                    <a:pt x="171740" y="2463799"/>
                  </a:lnTo>
                  <a:lnTo>
                    <a:pt x="158929" y="2501899"/>
                  </a:lnTo>
                  <a:lnTo>
                    <a:pt x="146700" y="2552699"/>
                  </a:lnTo>
                  <a:lnTo>
                    <a:pt x="135057" y="2590799"/>
                  </a:lnTo>
                  <a:lnTo>
                    <a:pt x="124005" y="2641599"/>
                  </a:lnTo>
                  <a:lnTo>
                    <a:pt x="113548" y="2679699"/>
                  </a:lnTo>
                  <a:lnTo>
                    <a:pt x="103691" y="2730499"/>
                  </a:lnTo>
                  <a:lnTo>
                    <a:pt x="94437" y="2781299"/>
                  </a:lnTo>
                  <a:lnTo>
                    <a:pt x="85792" y="2819399"/>
                  </a:lnTo>
                  <a:lnTo>
                    <a:pt x="77761" y="2870199"/>
                  </a:lnTo>
                  <a:lnTo>
                    <a:pt x="70346" y="2908299"/>
                  </a:lnTo>
                  <a:lnTo>
                    <a:pt x="63553" y="2959099"/>
                  </a:lnTo>
                  <a:lnTo>
                    <a:pt x="57386" y="3009899"/>
                  </a:lnTo>
                  <a:lnTo>
                    <a:pt x="51849" y="3060699"/>
                  </a:lnTo>
                  <a:lnTo>
                    <a:pt x="46947" y="3098799"/>
                  </a:lnTo>
                  <a:lnTo>
                    <a:pt x="42685" y="3149599"/>
                  </a:lnTo>
                  <a:lnTo>
                    <a:pt x="39066" y="3200399"/>
                  </a:lnTo>
                  <a:lnTo>
                    <a:pt x="36096" y="3238499"/>
                  </a:lnTo>
                  <a:lnTo>
                    <a:pt x="33777" y="3289299"/>
                  </a:lnTo>
                  <a:lnTo>
                    <a:pt x="32116" y="3340099"/>
                  </a:lnTo>
                  <a:lnTo>
                    <a:pt x="31116" y="3390899"/>
                  </a:lnTo>
                  <a:lnTo>
                    <a:pt x="30782" y="3428999"/>
                  </a:lnTo>
                  <a:lnTo>
                    <a:pt x="30782" y="10223499"/>
                  </a:lnTo>
                  <a:lnTo>
                    <a:pt x="4470166" y="10223499"/>
                  </a:lnTo>
                  <a:lnTo>
                    <a:pt x="4470166" y="10248899"/>
                  </a:lnTo>
                  <a:close/>
                </a:path>
                <a:path w="4470400" h="10248900">
                  <a:moveTo>
                    <a:pt x="4470166" y="177799"/>
                  </a:moveTo>
                  <a:lnTo>
                    <a:pt x="4457892" y="177799"/>
                  </a:lnTo>
                  <a:lnTo>
                    <a:pt x="4190745" y="101599"/>
                  </a:lnTo>
                  <a:lnTo>
                    <a:pt x="4145409" y="101599"/>
                  </a:lnTo>
                  <a:lnTo>
                    <a:pt x="4054081" y="76199"/>
                  </a:lnTo>
                  <a:lnTo>
                    <a:pt x="4008097" y="76199"/>
                  </a:lnTo>
                  <a:lnTo>
                    <a:pt x="3961907" y="63499"/>
                  </a:lnTo>
                  <a:lnTo>
                    <a:pt x="3915514" y="63499"/>
                  </a:lnTo>
                  <a:lnTo>
                    <a:pt x="3868924" y="50799"/>
                  </a:lnTo>
                  <a:lnTo>
                    <a:pt x="4100089" y="50799"/>
                  </a:lnTo>
                  <a:lnTo>
                    <a:pt x="4458424" y="152399"/>
                  </a:lnTo>
                  <a:lnTo>
                    <a:pt x="4470166" y="152399"/>
                  </a:lnTo>
                  <a:lnTo>
                    <a:pt x="4470166" y="1777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0537" y="164367"/>
              <a:ext cx="2438399" cy="24383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116432" y="1725281"/>
            <a:ext cx="365950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80" dirty="0">
                <a:latin typeface="Trebuchet MS"/>
                <a:cs typeface="Trebuchet MS"/>
              </a:rPr>
              <a:t>AGENDA</a:t>
            </a: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9475" y="0"/>
            <a:ext cx="6990080" cy="9258300"/>
            <a:chOff x="11099475" y="0"/>
            <a:chExt cx="6990080" cy="9258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0751" y="1028699"/>
              <a:ext cx="6029309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8772" y="0"/>
              <a:ext cx="1390649" cy="81814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52575" y="892175"/>
            <a:ext cx="641413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80" dirty="0">
                <a:latin typeface="Trebuchet MS"/>
                <a:cs typeface="Trebuchet MS"/>
              </a:rPr>
              <a:t>OBJETIVOS</a:t>
            </a:r>
          </a:p>
          <a:p>
            <a:pPr marL="12700">
              <a:lnSpc>
                <a:spcPct val="100000"/>
              </a:lnSpc>
            </a:pPr>
            <a:r>
              <a:rPr b="0" spc="335" dirty="0">
                <a:latin typeface="Trebuchet MS"/>
                <a:cs typeface="Trebuchet MS"/>
              </a:rPr>
              <a:t>DA</a:t>
            </a:r>
            <a:r>
              <a:rPr b="0" spc="-575" dirty="0">
                <a:latin typeface="Trebuchet MS"/>
                <a:cs typeface="Trebuchet MS"/>
              </a:rPr>
              <a:t> </a:t>
            </a:r>
            <a:r>
              <a:rPr b="0" spc="200" dirty="0">
                <a:latin typeface="Trebuchet MS"/>
                <a:cs typeface="Trebuchet MS"/>
              </a:rPr>
              <a:t>FORMAÇÃO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975" y="7394509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975" y="8213659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975" y="9032809"/>
            <a:ext cx="95250" cy="952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000" y="4003683"/>
            <a:ext cx="852487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100"/>
              </a:spcBef>
            </a:pP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O</a:t>
            </a:r>
            <a:r>
              <a:rPr sz="2500" spc="-17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objetivo</a:t>
            </a:r>
            <a:r>
              <a:rPr sz="2500" spc="-9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desta</a:t>
            </a:r>
            <a:r>
              <a:rPr sz="2500" spc="-9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70" dirty="0">
                <a:solidFill>
                  <a:srgbClr val="0C3346"/>
                </a:solidFill>
                <a:latin typeface="Century Gothic"/>
                <a:cs typeface="Century Gothic"/>
              </a:rPr>
              <a:t>formação</a:t>
            </a:r>
            <a:r>
              <a:rPr sz="2500" spc="-8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é</a:t>
            </a:r>
            <a:r>
              <a:rPr sz="2500" spc="-8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aprenderes</a:t>
            </a:r>
            <a:r>
              <a:rPr sz="2500" spc="-9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275" dirty="0">
                <a:solidFill>
                  <a:srgbClr val="0C3346"/>
                </a:solidFill>
                <a:latin typeface="Century Gothic"/>
                <a:cs typeface="Century Gothic"/>
              </a:rPr>
              <a:t>a</a:t>
            </a:r>
            <a:r>
              <a:rPr sz="2500" spc="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programar </a:t>
            </a:r>
            <a:r>
              <a:rPr sz="2500" spc="-20" dirty="0">
                <a:solidFill>
                  <a:srgbClr val="0C3346"/>
                </a:solidFill>
                <a:latin typeface="Century Gothic"/>
                <a:cs typeface="Century Gothic"/>
              </a:rPr>
              <a:t>em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kotlin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e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aprenderes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melhor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esta </a:t>
            </a:r>
            <a:r>
              <a:rPr sz="2500" spc="-70" dirty="0">
                <a:solidFill>
                  <a:srgbClr val="0C3346"/>
                </a:solidFill>
                <a:latin typeface="Century Gothic"/>
                <a:cs typeface="Century Gothic"/>
              </a:rPr>
              <a:t>linguagem.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No</a:t>
            </a:r>
            <a:r>
              <a:rPr sz="2500" spc="-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final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espera-</a:t>
            </a:r>
            <a:r>
              <a:rPr sz="2500" spc="165" dirty="0">
                <a:solidFill>
                  <a:srgbClr val="0C3346"/>
                </a:solidFill>
                <a:latin typeface="Century Gothic"/>
                <a:cs typeface="Century Gothic"/>
              </a:rPr>
              <a:t>se</a:t>
            </a:r>
            <a:r>
              <a:rPr sz="2500" spc="-1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55" dirty="0">
                <a:solidFill>
                  <a:srgbClr val="0C3346"/>
                </a:solidFill>
                <a:latin typeface="Century Gothic"/>
                <a:cs typeface="Century Gothic"/>
              </a:rPr>
              <a:t>que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todos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90" dirty="0">
                <a:solidFill>
                  <a:srgbClr val="0C3346"/>
                </a:solidFill>
                <a:latin typeface="Century Gothic"/>
                <a:cs typeface="Century Gothic"/>
              </a:rPr>
              <a:t>tenham</a:t>
            </a:r>
            <a:r>
              <a:rPr sz="2500" spc="-1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45" dirty="0">
                <a:solidFill>
                  <a:srgbClr val="0C3346"/>
                </a:solidFill>
                <a:latin typeface="Century Gothic"/>
                <a:cs typeface="Century Gothic"/>
              </a:rPr>
              <a:t>um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projeto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 desenvolvido.</a:t>
            </a:r>
            <a:endParaRPr sz="25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5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500" dirty="0">
              <a:latin typeface="Century Gothic"/>
              <a:cs typeface="Century Gothic"/>
            </a:endParaRPr>
          </a:p>
          <a:p>
            <a:pPr marL="317500">
              <a:lnSpc>
                <a:spcPct val="100000"/>
              </a:lnSpc>
            </a:pPr>
            <a:r>
              <a:rPr sz="3000" spc="45" dirty="0">
                <a:solidFill>
                  <a:srgbClr val="0C3346"/>
                </a:solidFill>
                <a:latin typeface="Trebuchet MS"/>
                <a:cs typeface="Trebuchet MS"/>
              </a:rPr>
              <a:t>METODOLOGIA</a:t>
            </a:r>
            <a:r>
              <a:rPr sz="3000" spc="-220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140" dirty="0">
                <a:solidFill>
                  <a:srgbClr val="0C3346"/>
                </a:solidFill>
                <a:latin typeface="Trebuchet MS"/>
                <a:cs typeface="Trebuchet MS"/>
              </a:rPr>
              <a:t>DE</a:t>
            </a:r>
            <a:r>
              <a:rPr sz="3000" spc="-215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0C3346"/>
                </a:solidFill>
                <a:latin typeface="Trebuchet MS"/>
                <a:cs typeface="Trebuchet MS"/>
              </a:rPr>
              <a:t>ENSINO:</a:t>
            </a:r>
            <a:endParaRPr sz="3000" dirty="0">
              <a:latin typeface="Trebuchet MS"/>
              <a:cs typeface="Trebuchet MS"/>
            </a:endParaRPr>
          </a:p>
          <a:p>
            <a:pPr marL="551815" marR="41910">
              <a:lnSpc>
                <a:spcPct val="107500"/>
              </a:lnSpc>
              <a:spcBef>
                <a:spcPts val="3170"/>
              </a:spcBef>
            </a:pP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Teórica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Prática: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Equilíbrio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entre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explicações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teóricas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C3346"/>
                </a:solidFill>
                <a:latin typeface="Arial"/>
                <a:cs typeface="Arial"/>
              </a:rPr>
              <a:t>e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exercícios</a:t>
            </a:r>
            <a:r>
              <a:rPr sz="2500" spc="-5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práticos.</a:t>
            </a:r>
            <a:endParaRPr sz="2500" dirty="0">
              <a:latin typeface="Arial"/>
              <a:cs typeface="Arial"/>
            </a:endParaRPr>
          </a:p>
          <a:p>
            <a:pPr marL="551815" marR="570230">
              <a:lnSpc>
                <a:spcPct val="107500"/>
              </a:lnSpc>
            </a:pP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Hands-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on: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Desenvolvimento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de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pequenos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projetos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C3346"/>
                </a:solidFill>
                <a:latin typeface="Arial"/>
                <a:cs typeface="Arial"/>
              </a:rPr>
              <a:t>e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exercícios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durante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o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workshop.</a:t>
            </a:r>
            <a:endParaRPr sz="2500" dirty="0">
              <a:latin typeface="Arial"/>
              <a:cs typeface="Arial"/>
            </a:endParaRPr>
          </a:p>
          <a:p>
            <a:pPr marL="551815">
              <a:lnSpc>
                <a:spcPct val="100000"/>
              </a:lnSpc>
              <a:spcBef>
                <a:spcPts val="225"/>
              </a:spcBef>
            </a:pP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Recursos: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Slides,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exemplos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de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código,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</a:t>
            </a:r>
            <a:r>
              <a:rPr sz="2500" spc="-3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discord.</a:t>
            </a:r>
            <a:endParaRPr sz="25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9475" y="0"/>
            <a:ext cx="6990080" cy="7087870"/>
            <a:chOff x="11099475" y="0"/>
            <a:chExt cx="6990080" cy="70878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0752" y="3430249"/>
              <a:ext cx="6162659" cy="3657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8772" y="0"/>
              <a:ext cx="1390649" cy="81814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2103" y="1007736"/>
            <a:ext cx="6528434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ESTRUTURA</a:t>
            </a:r>
            <a:r>
              <a:rPr dirty="0"/>
              <a:t> </a:t>
            </a:r>
            <a:r>
              <a:rPr spc="215" dirty="0"/>
              <a:t>DA </a:t>
            </a:r>
            <a:r>
              <a:rPr spc="145" dirty="0"/>
              <a:t>FORMAÇÃO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0550" y="4631222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52575" y="3623304"/>
            <a:ext cx="5048885" cy="121793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3000" spc="50" dirty="0">
                <a:solidFill>
                  <a:srgbClr val="0C3346"/>
                </a:solidFill>
                <a:latin typeface="Trebuchet MS"/>
                <a:cs typeface="Trebuchet MS"/>
              </a:rPr>
              <a:t>DATAS:</a:t>
            </a:r>
            <a:endParaRPr sz="3000" dirty="0">
              <a:latin typeface="Trebuchet MS"/>
              <a:cs typeface="Trebuchet MS"/>
            </a:endParaRPr>
          </a:p>
          <a:p>
            <a:pPr marL="551815">
              <a:lnSpc>
                <a:spcPct val="100000"/>
              </a:lnSpc>
              <a:spcBef>
                <a:spcPts val="1265"/>
              </a:spcBef>
            </a:pP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0</a:t>
            </a:r>
            <a:r>
              <a:rPr lang="pt-PT" sz="2500" dirty="0">
                <a:solidFill>
                  <a:srgbClr val="0C3346"/>
                </a:solidFill>
                <a:latin typeface="Arial"/>
                <a:cs typeface="Arial"/>
              </a:rPr>
              <a:t>3/12/2025</a:t>
            </a:r>
            <a:r>
              <a:rPr sz="2500" spc="-7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16:00/19:00h</a:t>
            </a:r>
            <a:r>
              <a:rPr sz="2500" spc="-6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G0.08</a:t>
            </a:r>
            <a:endParaRPr sz="2500" dirty="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0550" y="5040797"/>
            <a:ext cx="95250" cy="9525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055562"/>
              </p:ext>
            </p:extLst>
          </p:nvPr>
        </p:nvGraphicFramePr>
        <p:xfrm>
          <a:off x="2073177" y="4886751"/>
          <a:ext cx="4546600" cy="1172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marR="48895" algn="ctr">
                        <a:lnSpc>
                          <a:spcPts val="2765"/>
                        </a:lnSpc>
                      </a:pP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05/12/2025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2765"/>
                        </a:lnSpc>
                      </a:pP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8:00</a:t>
                      </a: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00</a:t>
                      </a:r>
                      <a:r>
                        <a:rPr sz="2500" spc="-65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Online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R="48895" algn="ctr">
                        <a:lnSpc>
                          <a:spcPts val="2980"/>
                        </a:lnSpc>
                      </a:pP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/202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2980"/>
                        </a:lnSpc>
                      </a:pP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:00/1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lang="pt-PT"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lang="pt-PT" sz="2500" spc="-65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  G.0.08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marR="48895" algn="ctr">
                        <a:lnSpc>
                          <a:spcPts val="2910"/>
                        </a:lnSpc>
                      </a:pP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/202</a:t>
                      </a:r>
                      <a:r>
                        <a:rPr lang="pt-PT" sz="2500" spc="-1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910"/>
                        </a:lnSpc>
                      </a:pPr>
                      <a:r>
                        <a:rPr sz="250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14:00/17:00</a:t>
                      </a:r>
                      <a:r>
                        <a:rPr sz="2500" spc="-65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PT" sz="2500" spc="-20" dirty="0">
                          <a:solidFill>
                            <a:srgbClr val="0C3346"/>
                          </a:solidFill>
                          <a:latin typeface="Arial"/>
                          <a:cs typeface="Arial"/>
                        </a:rPr>
                        <a:t>Online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0550" y="5450372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0550" y="5859947"/>
            <a:ext cx="95250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CAD4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238912" y="2613777"/>
            <a:ext cx="5476875" cy="5476875"/>
            <a:chOff x="9238912" y="2613777"/>
            <a:chExt cx="5476875" cy="5476875"/>
          </a:xfrm>
        </p:grpSpPr>
        <p:sp>
          <p:nvSpPr>
            <p:cNvPr id="4" name="object 4"/>
            <p:cNvSpPr/>
            <p:nvPr/>
          </p:nvSpPr>
          <p:spPr>
            <a:xfrm>
              <a:off x="11977238" y="2613777"/>
              <a:ext cx="2604770" cy="2738755"/>
            </a:xfrm>
            <a:custGeom>
              <a:avLst/>
              <a:gdLst/>
              <a:ahLst/>
              <a:cxnLst/>
              <a:rect l="l" t="t" r="r" b="b"/>
              <a:pathLst>
                <a:path w="2604769" h="2738754">
                  <a:moveTo>
                    <a:pt x="0" y="2738358"/>
                  </a:moveTo>
                  <a:lnTo>
                    <a:pt x="0" y="0"/>
                  </a:lnTo>
                  <a:lnTo>
                    <a:pt x="26884" y="131"/>
                  </a:lnTo>
                  <a:lnTo>
                    <a:pt x="80638" y="1186"/>
                  </a:lnTo>
                  <a:lnTo>
                    <a:pt x="134366" y="3296"/>
                  </a:lnTo>
                  <a:lnTo>
                    <a:pt x="188037" y="6460"/>
                  </a:lnTo>
                  <a:lnTo>
                    <a:pt x="241640" y="10679"/>
                  </a:lnTo>
                  <a:lnTo>
                    <a:pt x="295145" y="15950"/>
                  </a:lnTo>
                  <a:lnTo>
                    <a:pt x="348542" y="22270"/>
                  </a:lnTo>
                  <a:lnTo>
                    <a:pt x="401799" y="29637"/>
                  </a:lnTo>
                  <a:lnTo>
                    <a:pt x="454906" y="38050"/>
                  </a:lnTo>
                  <a:lnTo>
                    <a:pt x="507833" y="47502"/>
                  </a:lnTo>
                  <a:lnTo>
                    <a:pt x="560569" y="57989"/>
                  </a:lnTo>
                  <a:lnTo>
                    <a:pt x="613084" y="69511"/>
                  </a:lnTo>
                  <a:lnTo>
                    <a:pt x="665367" y="82064"/>
                  </a:lnTo>
                  <a:lnTo>
                    <a:pt x="717388" y="95640"/>
                  </a:lnTo>
                  <a:lnTo>
                    <a:pt x="769138" y="110237"/>
                  </a:lnTo>
                  <a:lnTo>
                    <a:pt x="820588" y="125843"/>
                  </a:lnTo>
                  <a:lnTo>
                    <a:pt x="871729" y="142458"/>
                  </a:lnTo>
                  <a:lnTo>
                    <a:pt x="922523" y="160070"/>
                  </a:lnTo>
                  <a:lnTo>
                    <a:pt x="972968" y="178683"/>
                  </a:lnTo>
                  <a:lnTo>
                    <a:pt x="1023035" y="198280"/>
                  </a:lnTo>
                  <a:lnTo>
                    <a:pt x="1072711" y="218856"/>
                  </a:lnTo>
                  <a:lnTo>
                    <a:pt x="1121968" y="240400"/>
                  </a:lnTo>
                  <a:lnTo>
                    <a:pt x="1170798" y="262912"/>
                  </a:lnTo>
                  <a:lnTo>
                    <a:pt x="1219173" y="286373"/>
                  </a:lnTo>
                  <a:lnTo>
                    <a:pt x="1267082" y="310783"/>
                  </a:lnTo>
                  <a:lnTo>
                    <a:pt x="1314500" y="336128"/>
                  </a:lnTo>
                  <a:lnTo>
                    <a:pt x="1361414" y="362402"/>
                  </a:lnTo>
                  <a:lnTo>
                    <a:pt x="1407796" y="389589"/>
                  </a:lnTo>
                  <a:lnTo>
                    <a:pt x="1453642" y="417684"/>
                  </a:lnTo>
                  <a:lnTo>
                    <a:pt x="1498922" y="446670"/>
                  </a:lnTo>
                  <a:lnTo>
                    <a:pt x="1543632" y="476544"/>
                  </a:lnTo>
                  <a:lnTo>
                    <a:pt x="1587740" y="507285"/>
                  </a:lnTo>
                  <a:lnTo>
                    <a:pt x="1631240" y="538889"/>
                  </a:lnTo>
                  <a:lnTo>
                    <a:pt x="1674106" y="571339"/>
                  </a:lnTo>
                  <a:lnTo>
                    <a:pt x="1716332" y="604627"/>
                  </a:lnTo>
                  <a:lnTo>
                    <a:pt x="1757892" y="638735"/>
                  </a:lnTo>
                  <a:lnTo>
                    <a:pt x="1798777" y="673655"/>
                  </a:lnTo>
                  <a:lnTo>
                    <a:pt x="1838967" y="709365"/>
                  </a:lnTo>
                  <a:lnTo>
                    <a:pt x="1878451" y="745864"/>
                  </a:lnTo>
                  <a:lnTo>
                    <a:pt x="1917207" y="783130"/>
                  </a:lnTo>
                  <a:lnTo>
                    <a:pt x="1955227" y="821150"/>
                  </a:lnTo>
                  <a:lnTo>
                    <a:pt x="1992494" y="859906"/>
                  </a:lnTo>
                  <a:lnTo>
                    <a:pt x="2028992" y="899390"/>
                  </a:lnTo>
                  <a:lnTo>
                    <a:pt x="2064702" y="939578"/>
                  </a:lnTo>
                  <a:lnTo>
                    <a:pt x="2099623" y="980463"/>
                  </a:lnTo>
                  <a:lnTo>
                    <a:pt x="2133730" y="1022025"/>
                  </a:lnTo>
                  <a:lnTo>
                    <a:pt x="2167018" y="1064252"/>
                  </a:lnTo>
                  <a:lnTo>
                    <a:pt x="2199468" y="1107118"/>
                  </a:lnTo>
                  <a:lnTo>
                    <a:pt x="2231073" y="1150617"/>
                  </a:lnTo>
                  <a:lnTo>
                    <a:pt x="2261816" y="1194725"/>
                  </a:lnTo>
                  <a:lnTo>
                    <a:pt x="2291688" y="1239435"/>
                  </a:lnTo>
                  <a:lnTo>
                    <a:pt x="2320674" y="1284715"/>
                  </a:lnTo>
                  <a:lnTo>
                    <a:pt x="2348769" y="1330561"/>
                  </a:lnTo>
                  <a:lnTo>
                    <a:pt x="2375955" y="1376944"/>
                  </a:lnTo>
                  <a:lnTo>
                    <a:pt x="2402229" y="1423857"/>
                  </a:lnTo>
                  <a:lnTo>
                    <a:pt x="2427574" y="1471276"/>
                  </a:lnTo>
                  <a:lnTo>
                    <a:pt x="2451984" y="1519184"/>
                  </a:lnTo>
                  <a:lnTo>
                    <a:pt x="2475445" y="1567559"/>
                  </a:lnTo>
                  <a:lnTo>
                    <a:pt x="2497957" y="1616389"/>
                  </a:lnTo>
                  <a:lnTo>
                    <a:pt x="2519502" y="1665646"/>
                  </a:lnTo>
                  <a:lnTo>
                    <a:pt x="2540077" y="1715322"/>
                  </a:lnTo>
                  <a:lnTo>
                    <a:pt x="2559672" y="1765389"/>
                  </a:lnTo>
                  <a:lnTo>
                    <a:pt x="2578284" y="1815835"/>
                  </a:lnTo>
                  <a:lnTo>
                    <a:pt x="2595899" y="1866629"/>
                  </a:lnTo>
                  <a:lnTo>
                    <a:pt x="2604334" y="1892158"/>
                  </a:lnTo>
                  <a:lnTo>
                    <a:pt x="0" y="2738358"/>
                  </a:lnTo>
                  <a:close/>
                </a:path>
              </a:pathLst>
            </a:custGeom>
            <a:solidFill>
              <a:srgbClr val="A3C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77238" y="4505935"/>
              <a:ext cx="2738755" cy="1692910"/>
            </a:xfrm>
            <a:custGeom>
              <a:avLst/>
              <a:gdLst/>
              <a:ahLst/>
              <a:cxnLst/>
              <a:rect l="l" t="t" r="r" b="b"/>
              <a:pathLst>
                <a:path w="2738755" h="1692910">
                  <a:moveTo>
                    <a:pt x="2604334" y="1692400"/>
                  </a:moveTo>
                  <a:lnTo>
                    <a:pt x="0" y="846200"/>
                  </a:lnTo>
                  <a:lnTo>
                    <a:pt x="2604334" y="0"/>
                  </a:lnTo>
                  <a:lnTo>
                    <a:pt x="2620448" y="51304"/>
                  </a:lnTo>
                  <a:lnTo>
                    <a:pt x="2635547" y="102896"/>
                  </a:lnTo>
                  <a:lnTo>
                    <a:pt x="2649630" y="154776"/>
                  </a:lnTo>
                  <a:lnTo>
                    <a:pt x="2662698" y="206942"/>
                  </a:lnTo>
                  <a:lnTo>
                    <a:pt x="2674737" y="259354"/>
                  </a:lnTo>
                  <a:lnTo>
                    <a:pt x="2685741" y="311972"/>
                  </a:lnTo>
                  <a:lnTo>
                    <a:pt x="2695710" y="364796"/>
                  </a:lnTo>
                  <a:lnTo>
                    <a:pt x="2704646" y="417826"/>
                  </a:lnTo>
                  <a:lnTo>
                    <a:pt x="2712535" y="471021"/>
                  </a:lnTo>
                  <a:lnTo>
                    <a:pt x="2719377" y="524340"/>
                  </a:lnTo>
                  <a:lnTo>
                    <a:pt x="2725172" y="577783"/>
                  </a:lnTo>
                  <a:lnTo>
                    <a:pt x="2729920" y="631351"/>
                  </a:lnTo>
                  <a:lnTo>
                    <a:pt x="2733611" y="685001"/>
                  </a:lnTo>
                  <a:lnTo>
                    <a:pt x="2736248" y="738692"/>
                  </a:lnTo>
                  <a:lnTo>
                    <a:pt x="2737830" y="792425"/>
                  </a:lnTo>
                  <a:lnTo>
                    <a:pt x="2738358" y="846200"/>
                  </a:lnTo>
                  <a:lnTo>
                    <a:pt x="2737830" y="899974"/>
                  </a:lnTo>
                  <a:lnTo>
                    <a:pt x="2736248" y="953707"/>
                  </a:lnTo>
                  <a:lnTo>
                    <a:pt x="2733611" y="1007398"/>
                  </a:lnTo>
                  <a:lnTo>
                    <a:pt x="2729920" y="1061048"/>
                  </a:lnTo>
                  <a:lnTo>
                    <a:pt x="2725172" y="1114616"/>
                  </a:lnTo>
                  <a:lnTo>
                    <a:pt x="2719377" y="1168059"/>
                  </a:lnTo>
                  <a:lnTo>
                    <a:pt x="2712535" y="1221378"/>
                  </a:lnTo>
                  <a:lnTo>
                    <a:pt x="2704646" y="1274573"/>
                  </a:lnTo>
                  <a:lnTo>
                    <a:pt x="2695710" y="1327603"/>
                  </a:lnTo>
                  <a:lnTo>
                    <a:pt x="2685741" y="1380427"/>
                  </a:lnTo>
                  <a:lnTo>
                    <a:pt x="2674737" y="1433045"/>
                  </a:lnTo>
                  <a:lnTo>
                    <a:pt x="2662698" y="1485457"/>
                  </a:lnTo>
                  <a:lnTo>
                    <a:pt x="2649630" y="1537624"/>
                  </a:lnTo>
                  <a:lnTo>
                    <a:pt x="2635547" y="1589503"/>
                  </a:lnTo>
                  <a:lnTo>
                    <a:pt x="2620448" y="1641095"/>
                  </a:lnTo>
                  <a:lnTo>
                    <a:pt x="2604334" y="1692400"/>
                  </a:lnTo>
                  <a:close/>
                </a:path>
              </a:pathLst>
            </a:custGeom>
            <a:solidFill>
              <a:srgbClr val="8599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38912" y="4505935"/>
              <a:ext cx="5342890" cy="3584575"/>
            </a:xfrm>
            <a:custGeom>
              <a:avLst/>
              <a:gdLst/>
              <a:ahLst/>
              <a:cxnLst/>
              <a:rect l="l" t="t" r="r" b="b"/>
              <a:pathLst>
                <a:path w="5342890" h="3584575">
                  <a:moveTo>
                    <a:pt x="2751767" y="3584526"/>
                  </a:moveTo>
                  <a:lnTo>
                    <a:pt x="2684561" y="3584031"/>
                  </a:lnTo>
                  <a:lnTo>
                    <a:pt x="2617388" y="3581886"/>
                  </a:lnTo>
                  <a:lnTo>
                    <a:pt x="2550287" y="3578094"/>
                  </a:lnTo>
                  <a:lnTo>
                    <a:pt x="2483300" y="3572658"/>
                  </a:lnTo>
                  <a:lnTo>
                    <a:pt x="2416466" y="3565579"/>
                  </a:lnTo>
                  <a:lnTo>
                    <a:pt x="2349826" y="3556861"/>
                  </a:lnTo>
                  <a:lnTo>
                    <a:pt x="2283420" y="3546505"/>
                  </a:lnTo>
                  <a:lnTo>
                    <a:pt x="2217288" y="3534531"/>
                  </a:lnTo>
                  <a:lnTo>
                    <a:pt x="2151470" y="3520933"/>
                  </a:lnTo>
                  <a:lnTo>
                    <a:pt x="2086006" y="3505727"/>
                  </a:lnTo>
                  <a:lnTo>
                    <a:pt x="2020937" y="3488918"/>
                  </a:lnTo>
                  <a:lnTo>
                    <a:pt x="1956295" y="3470515"/>
                  </a:lnTo>
                  <a:lnTo>
                    <a:pt x="1892126" y="3450534"/>
                  </a:lnTo>
                  <a:lnTo>
                    <a:pt x="1828467" y="3428983"/>
                  </a:lnTo>
                  <a:lnTo>
                    <a:pt x="1765357" y="3405875"/>
                  </a:lnTo>
                  <a:lnTo>
                    <a:pt x="1702831" y="3381226"/>
                  </a:lnTo>
                  <a:lnTo>
                    <a:pt x="1640934" y="3355050"/>
                  </a:lnTo>
                  <a:lnTo>
                    <a:pt x="1579691" y="3327363"/>
                  </a:lnTo>
                  <a:lnTo>
                    <a:pt x="1519148" y="3298180"/>
                  </a:lnTo>
                  <a:lnTo>
                    <a:pt x="1459340" y="3267521"/>
                  </a:lnTo>
                  <a:lnTo>
                    <a:pt x="1400303" y="3235407"/>
                  </a:lnTo>
                  <a:lnTo>
                    <a:pt x="1342072" y="3201850"/>
                  </a:lnTo>
                  <a:lnTo>
                    <a:pt x="1284683" y="3166874"/>
                  </a:lnTo>
                  <a:lnTo>
                    <a:pt x="1228171" y="3130502"/>
                  </a:lnTo>
                  <a:lnTo>
                    <a:pt x="1172566" y="3092756"/>
                  </a:lnTo>
                  <a:lnTo>
                    <a:pt x="1117904" y="3053653"/>
                  </a:lnTo>
                  <a:lnTo>
                    <a:pt x="1064215" y="3013221"/>
                  </a:lnTo>
                  <a:lnTo>
                    <a:pt x="1011541" y="2971480"/>
                  </a:lnTo>
                  <a:lnTo>
                    <a:pt x="959901" y="2928461"/>
                  </a:lnTo>
                  <a:lnTo>
                    <a:pt x="909336" y="2884192"/>
                  </a:lnTo>
                  <a:lnTo>
                    <a:pt x="859873" y="2838690"/>
                  </a:lnTo>
                  <a:lnTo>
                    <a:pt x="811540" y="2791993"/>
                  </a:lnTo>
                  <a:lnTo>
                    <a:pt x="764368" y="2744119"/>
                  </a:lnTo>
                  <a:lnTo>
                    <a:pt x="718388" y="2695105"/>
                  </a:lnTo>
                  <a:lnTo>
                    <a:pt x="673624" y="2644976"/>
                  </a:lnTo>
                  <a:lnTo>
                    <a:pt x="630100" y="2593766"/>
                  </a:lnTo>
                  <a:lnTo>
                    <a:pt x="587849" y="2541500"/>
                  </a:lnTo>
                  <a:lnTo>
                    <a:pt x="546889" y="2488215"/>
                  </a:lnTo>
                  <a:lnTo>
                    <a:pt x="507253" y="2433940"/>
                  </a:lnTo>
                  <a:lnTo>
                    <a:pt x="468959" y="2378708"/>
                  </a:lnTo>
                  <a:lnTo>
                    <a:pt x="432033" y="2322553"/>
                  </a:lnTo>
                  <a:lnTo>
                    <a:pt x="396494" y="2265510"/>
                  </a:lnTo>
                  <a:lnTo>
                    <a:pt x="362371" y="2207610"/>
                  </a:lnTo>
                  <a:lnTo>
                    <a:pt x="329674" y="2148892"/>
                  </a:lnTo>
                  <a:lnTo>
                    <a:pt x="298428" y="2089387"/>
                  </a:lnTo>
                  <a:lnTo>
                    <a:pt x="268655" y="2029133"/>
                  </a:lnTo>
                  <a:lnTo>
                    <a:pt x="240368" y="1968169"/>
                  </a:lnTo>
                  <a:lnTo>
                    <a:pt x="213586" y="1906530"/>
                  </a:lnTo>
                  <a:lnTo>
                    <a:pt x="188326" y="1844247"/>
                  </a:lnTo>
                  <a:lnTo>
                    <a:pt x="164599" y="1781369"/>
                  </a:lnTo>
                  <a:lnTo>
                    <a:pt x="142423" y="1717924"/>
                  </a:lnTo>
                  <a:lnTo>
                    <a:pt x="121813" y="1653957"/>
                  </a:lnTo>
                  <a:lnTo>
                    <a:pt x="102781" y="1589498"/>
                  </a:lnTo>
                  <a:lnTo>
                    <a:pt x="85330" y="1524597"/>
                  </a:lnTo>
                  <a:lnTo>
                    <a:pt x="69481" y="1459285"/>
                  </a:lnTo>
                  <a:lnTo>
                    <a:pt x="55237" y="1393603"/>
                  </a:lnTo>
                  <a:lnTo>
                    <a:pt x="42611" y="1327592"/>
                  </a:lnTo>
                  <a:lnTo>
                    <a:pt x="31611" y="1261291"/>
                  </a:lnTo>
                  <a:lnTo>
                    <a:pt x="22239" y="1194740"/>
                  </a:lnTo>
                  <a:lnTo>
                    <a:pt x="14501" y="1127979"/>
                  </a:lnTo>
                  <a:lnTo>
                    <a:pt x="8406" y="1061048"/>
                  </a:lnTo>
                  <a:lnTo>
                    <a:pt x="3957" y="993988"/>
                  </a:lnTo>
                  <a:lnTo>
                    <a:pt x="1157" y="926839"/>
                  </a:lnTo>
                  <a:lnTo>
                    <a:pt x="0" y="859641"/>
                  </a:lnTo>
                  <a:lnTo>
                    <a:pt x="41" y="826039"/>
                  </a:lnTo>
                  <a:lnTo>
                    <a:pt x="1361" y="758839"/>
                  </a:lnTo>
                  <a:lnTo>
                    <a:pt x="4329" y="691702"/>
                  </a:lnTo>
                  <a:lnTo>
                    <a:pt x="8944" y="624648"/>
                  </a:lnTo>
                  <a:lnTo>
                    <a:pt x="15202" y="557737"/>
                  </a:lnTo>
                  <a:lnTo>
                    <a:pt x="23101" y="490990"/>
                  </a:lnTo>
                  <a:lnTo>
                    <a:pt x="32635" y="424468"/>
                  </a:lnTo>
                  <a:lnTo>
                    <a:pt x="43803" y="358189"/>
                  </a:lnTo>
                  <a:lnTo>
                    <a:pt x="56590" y="292214"/>
                  </a:lnTo>
                  <a:lnTo>
                    <a:pt x="70994" y="226563"/>
                  </a:lnTo>
                  <a:lnTo>
                    <a:pt x="87003" y="161296"/>
                  </a:lnTo>
                  <a:lnTo>
                    <a:pt x="104612" y="96431"/>
                  </a:lnTo>
                  <a:lnTo>
                    <a:pt x="123804" y="32026"/>
                  </a:lnTo>
                  <a:lnTo>
                    <a:pt x="133991" y="0"/>
                  </a:lnTo>
                  <a:lnTo>
                    <a:pt x="5342660" y="1692400"/>
                  </a:lnTo>
                  <a:lnTo>
                    <a:pt x="5321109" y="1756058"/>
                  </a:lnTo>
                  <a:lnTo>
                    <a:pt x="5298001" y="1819169"/>
                  </a:lnTo>
                  <a:lnTo>
                    <a:pt x="5273352" y="1881695"/>
                  </a:lnTo>
                  <a:lnTo>
                    <a:pt x="5247176" y="1943592"/>
                  </a:lnTo>
                  <a:lnTo>
                    <a:pt x="5219489" y="2004834"/>
                  </a:lnTo>
                  <a:lnTo>
                    <a:pt x="5190306" y="2065378"/>
                  </a:lnTo>
                  <a:lnTo>
                    <a:pt x="5159650" y="2125185"/>
                  </a:lnTo>
                  <a:lnTo>
                    <a:pt x="5127533" y="2184222"/>
                  </a:lnTo>
                  <a:lnTo>
                    <a:pt x="5093977" y="2242453"/>
                  </a:lnTo>
                  <a:lnTo>
                    <a:pt x="5059000" y="2299842"/>
                  </a:lnTo>
                  <a:lnTo>
                    <a:pt x="5022628" y="2356354"/>
                  </a:lnTo>
                  <a:lnTo>
                    <a:pt x="4984882" y="2411959"/>
                  </a:lnTo>
                  <a:lnTo>
                    <a:pt x="4945779" y="2466621"/>
                  </a:lnTo>
                  <a:lnTo>
                    <a:pt x="4905348" y="2520310"/>
                  </a:lnTo>
                  <a:lnTo>
                    <a:pt x="4863606" y="2572984"/>
                  </a:lnTo>
                  <a:lnTo>
                    <a:pt x="4820587" y="2624618"/>
                  </a:lnTo>
                  <a:lnTo>
                    <a:pt x="4776318" y="2675188"/>
                  </a:lnTo>
                  <a:lnTo>
                    <a:pt x="4730816" y="2724653"/>
                  </a:lnTo>
                  <a:lnTo>
                    <a:pt x="4684119" y="2772985"/>
                  </a:lnTo>
                  <a:lnTo>
                    <a:pt x="4636245" y="2820157"/>
                  </a:lnTo>
                  <a:lnTo>
                    <a:pt x="4587232" y="2866138"/>
                  </a:lnTo>
                  <a:lnTo>
                    <a:pt x="4537103" y="2910902"/>
                  </a:lnTo>
                  <a:lnTo>
                    <a:pt x="4485892" y="2954425"/>
                  </a:lnTo>
                  <a:lnTo>
                    <a:pt x="4433627" y="2996676"/>
                  </a:lnTo>
                  <a:lnTo>
                    <a:pt x="4380341" y="3037636"/>
                  </a:lnTo>
                  <a:lnTo>
                    <a:pt x="4326067" y="3077272"/>
                  </a:lnTo>
                  <a:lnTo>
                    <a:pt x="4270835" y="3115567"/>
                  </a:lnTo>
                  <a:lnTo>
                    <a:pt x="4214680" y="3152492"/>
                  </a:lnTo>
                  <a:lnTo>
                    <a:pt x="4157636" y="3188028"/>
                  </a:lnTo>
                  <a:lnTo>
                    <a:pt x="4099736" y="3222155"/>
                  </a:lnTo>
                  <a:lnTo>
                    <a:pt x="4041018" y="3254851"/>
                  </a:lnTo>
                  <a:lnTo>
                    <a:pt x="3981513" y="3286097"/>
                  </a:lnTo>
                  <a:lnTo>
                    <a:pt x="3921259" y="3315870"/>
                  </a:lnTo>
                  <a:lnTo>
                    <a:pt x="3860295" y="3344157"/>
                  </a:lnTo>
                  <a:lnTo>
                    <a:pt x="3798657" y="3370939"/>
                  </a:lnTo>
                  <a:lnTo>
                    <a:pt x="3736380" y="3396199"/>
                  </a:lnTo>
                  <a:lnTo>
                    <a:pt x="3673496" y="3419927"/>
                  </a:lnTo>
                  <a:lnTo>
                    <a:pt x="3610050" y="3442102"/>
                  </a:lnTo>
                  <a:lnTo>
                    <a:pt x="3546083" y="3462712"/>
                  </a:lnTo>
                  <a:lnTo>
                    <a:pt x="3481624" y="3481744"/>
                  </a:lnTo>
                  <a:lnTo>
                    <a:pt x="3416723" y="3499196"/>
                  </a:lnTo>
                  <a:lnTo>
                    <a:pt x="3351411" y="3515044"/>
                  </a:lnTo>
                  <a:lnTo>
                    <a:pt x="3285730" y="3529288"/>
                  </a:lnTo>
                  <a:lnTo>
                    <a:pt x="3219718" y="3541914"/>
                  </a:lnTo>
                  <a:lnTo>
                    <a:pt x="3153418" y="3552914"/>
                  </a:lnTo>
                  <a:lnTo>
                    <a:pt x="3086867" y="3562286"/>
                  </a:lnTo>
                  <a:lnTo>
                    <a:pt x="3020105" y="3570022"/>
                  </a:lnTo>
                  <a:lnTo>
                    <a:pt x="2953175" y="3576120"/>
                  </a:lnTo>
                  <a:lnTo>
                    <a:pt x="2886114" y="3580568"/>
                  </a:lnTo>
                  <a:lnTo>
                    <a:pt x="2818965" y="3583368"/>
                  </a:lnTo>
                  <a:lnTo>
                    <a:pt x="2751767" y="3584526"/>
                  </a:lnTo>
                  <a:close/>
                </a:path>
              </a:pathLst>
            </a:custGeom>
            <a:solidFill>
              <a:srgbClr val="696F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2903" y="2613777"/>
              <a:ext cx="2604770" cy="2738755"/>
            </a:xfrm>
            <a:custGeom>
              <a:avLst/>
              <a:gdLst/>
              <a:ahLst/>
              <a:cxnLst/>
              <a:rect l="l" t="t" r="r" b="b"/>
              <a:pathLst>
                <a:path w="2604770" h="2738754">
                  <a:moveTo>
                    <a:pt x="2604334" y="2738358"/>
                  </a:moveTo>
                  <a:lnTo>
                    <a:pt x="0" y="1892158"/>
                  </a:lnTo>
                  <a:lnTo>
                    <a:pt x="8431" y="1866633"/>
                  </a:lnTo>
                  <a:lnTo>
                    <a:pt x="17113" y="1841194"/>
                  </a:lnTo>
                  <a:lnTo>
                    <a:pt x="35226" y="1790575"/>
                  </a:lnTo>
                  <a:lnTo>
                    <a:pt x="54329" y="1740321"/>
                  </a:lnTo>
                  <a:lnTo>
                    <a:pt x="74415" y="1690452"/>
                  </a:lnTo>
                  <a:lnTo>
                    <a:pt x="95475" y="1640983"/>
                  </a:lnTo>
                  <a:lnTo>
                    <a:pt x="117499" y="1591939"/>
                  </a:lnTo>
                  <a:lnTo>
                    <a:pt x="140487" y="1543340"/>
                  </a:lnTo>
                  <a:lnTo>
                    <a:pt x="164423" y="1495197"/>
                  </a:lnTo>
                  <a:lnTo>
                    <a:pt x="189300" y="1447538"/>
                  </a:lnTo>
                  <a:lnTo>
                    <a:pt x="215106" y="1400376"/>
                  </a:lnTo>
                  <a:lnTo>
                    <a:pt x="241834" y="1353727"/>
                  </a:lnTo>
                  <a:lnTo>
                    <a:pt x="269474" y="1307616"/>
                  </a:lnTo>
                  <a:lnTo>
                    <a:pt x="298011" y="1262051"/>
                  </a:lnTo>
                  <a:lnTo>
                    <a:pt x="327440" y="1217054"/>
                  </a:lnTo>
                  <a:lnTo>
                    <a:pt x="357743" y="1172648"/>
                  </a:lnTo>
                  <a:lnTo>
                    <a:pt x="388914" y="1128845"/>
                  </a:lnTo>
                  <a:lnTo>
                    <a:pt x="420938" y="1085662"/>
                  </a:lnTo>
                  <a:lnTo>
                    <a:pt x="453810" y="1043118"/>
                  </a:lnTo>
                  <a:lnTo>
                    <a:pt x="487503" y="1001224"/>
                  </a:lnTo>
                  <a:lnTo>
                    <a:pt x="522012" y="960000"/>
                  </a:lnTo>
                  <a:lnTo>
                    <a:pt x="557326" y="919464"/>
                  </a:lnTo>
                  <a:lnTo>
                    <a:pt x="593432" y="879628"/>
                  </a:lnTo>
                  <a:lnTo>
                    <a:pt x="630310" y="840506"/>
                  </a:lnTo>
                  <a:lnTo>
                    <a:pt x="667949" y="802115"/>
                  </a:lnTo>
                  <a:lnTo>
                    <a:pt x="706337" y="764476"/>
                  </a:lnTo>
                  <a:lnTo>
                    <a:pt x="745455" y="727598"/>
                  </a:lnTo>
                  <a:lnTo>
                    <a:pt x="785288" y="691489"/>
                  </a:lnTo>
                  <a:lnTo>
                    <a:pt x="825821" y="656171"/>
                  </a:lnTo>
                  <a:lnTo>
                    <a:pt x="867042" y="621658"/>
                  </a:lnTo>
                  <a:lnTo>
                    <a:pt x="908932" y="587955"/>
                  </a:lnTo>
                  <a:lnTo>
                    <a:pt x="951476" y="555089"/>
                  </a:lnTo>
                  <a:lnTo>
                    <a:pt x="994659" y="523060"/>
                  </a:lnTo>
                  <a:lnTo>
                    <a:pt x="1038459" y="491886"/>
                  </a:lnTo>
                  <a:lnTo>
                    <a:pt x="1082861" y="461579"/>
                  </a:lnTo>
                  <a:lnTo>
                    <a:pt x="1127852" y="432146"/>
                  </a:lnTo>
                  <a:lnTo>
                    <a:pt x="1173416" y="403606"/>
                  </a:lnTo>
                  <a:lnTo>
                    <a:pt x="1219527" y="375963"/>
                  </a:lnTo>
                  <a:lnTo>
                    <a:pt x="1266169" y="349231"/>
                  </a:lnTo>
                  <a:lnTo>
                    <a:pt x="1313334" y="323420"/>
                  </a:lnTo>
                  <a:lnTo>
                    <a:pt x="1360991" y="298541"/>
                  </a:lnTo>
                  <a:lnTo>
                    <a:pt x="1409131" y="274602"/>
                  </a:lnTo>
                  <a:lnTo>
                    <a:pt x="1457732" y="251611"/>
                  </a:lnTo>
                  <a:lnTo>
                    <a:pt x="1506769" y="229580"/>
                  </a:lnTo>
                  <a:lnTo>
                    <a:pt x="1556232" y="208514"/>
                  </a:lnTo>
                  <a:lnTo>
                    <a:pt x="1606101" y="188427"/>
                  </a:lnTo>
                  <a:lnTo>
                    <a:pt x="1656355" y="169325"/>
                  </a:lnTo>
                  <a:lnTo>
                    <a:pt x="1706974" y="151205"/>
                  </a:lnTo>
                  <a:lnTo>
                    <a:pt x="1757938" y="134084"/>
                  </a:lnTo>
                  <a:lnTo>
                    <a:pt x="1809230" y="117974"/>
                  </a:lnTo>
                  <a:lnTo>
                    <a:pt x="1860826" y="102867"/>
                  </a:lnTo>
                  <a:lnTo>
                    <a:pt x="1912711" y="88781"/>
                  </a:lnTo>
                  <a:lnTo>
                    <a:pt x="1964860" y="75713"/>
                  </a:lnTo>
                  <a:lnTo>
                    <a:pt x="2017257" y="63671"/>
                  </a:lnTo>
                  <a:lnTo>
                    <a:pt x="2069880" y="52664"/>
                  </a:lnTo>
                  <a:lnTo>
                    <a:pt x="2122709" y="42688"/>
                  </a:lnTo>
                  <a:lnTo>
                    <a:pt x="2175723" y="33752"/>
                  </a:lnTo>
                  <a:lnTo>
                    <a:pt x="2228903" y="25858"/>
                  </a:lnTo>
                  <a:lnTo>
                    <a:pt x="2282228" y="19012"/>
                  </a:lnTo>
                  <a:lnTo>
                    <a:pt x="2335677" y="13210"/>
                  </a:lnTo>
                  <a:lnTo>
                    <a:pt x="2389229" y="8458"/>
                  </a:lnTo>
                  <a:lnTo>
                    <a:pt x="2442864" y="4763"/>
                  </a:lnTo>
                  <a:lnTo>
                    <a:pt x="2496562" y="2123"/>
                  </a:lnTo>
                  <a:lnTo>
                    <a:pt x="2550300" y="534"/>
                  </a:lnTo>
                  <a:lnTo>
                    <a:pt x="2604060" y="0"/>
                  </a:lnTo>
                  <a:lnTo>
                    <a:pt x="2604334" y="2738358"/>
                  </a:lnTo>
                  <a:close/>
                </a:path>
              </a:pathLst>
            </a:custGeom>
            <a:solidFill>
              <a:srgbClr val="4F49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45852" y="8110836"/>
            <a:ext cx="2425065" cy="708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60119" marR="5080" indent="-948055">
              <a:lnSpc>
                <a:spcPct val="117900"/>
              </a:lnSpc>
              <a:spcBef>
                <a:spcPts val="90"/>
              </a:spcBef>
            </a:pPr>
            <a:r>
              <a:rPr sz="1900" b="1" dirty="0">
                <a:solidFill>
                  <a:srgbClr val="0C3346"/>
                </a:solidFill>
                <a:latin typeface="Arial"/>
                <a:cs typeface="Arial"/>
              </a:rPr>
              <a:t>Avaliação</a:t>
            </a:r>
            <a:r>
              <a:rPr sz="1900" b="1" spc="-2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C3346"/>
                </a:solidFill>
                <a:latin typeface="Arial"/>
                <a:cs typeface="Arial"/>
              </a:rPr>
              <a:t>do</a:t>
            </a:r>
            <a:r>
              <a:rPr sz="1900" b="1" spc="-2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3346"/>
                </a:solidFill>
                <a:latin typeface="Arial"/>
                <a:cs typeface="Arial"/>
              </a:rPr>
              <a:t>projeto </a:t>
            </a:r>
            <a:r>
              <a:rPr sz="1900" b="1" spc="-25" dirty="0">
                <a:solidFill>
                  <a:srgbClr val="0C3346"/>
                </a:solidFill>
                <a:latin typeface="Arial"/>
                <a:cs typeface="Arial"/>
              </a:rPr>
              <a:t>50%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78570" y="2229336"/>
            <a:ext cx="148209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315" marR="5080" indent="-476250">
              <a:lnSpc>
                <a:spcPct val="101499"/>
              </a:lnSpc>
              <a:spcBef>
                <a:spcPts val="95"/>
              </a:spcBef>
            </a:pPr>
            <a:r>
              <a:rPr sz="1900" b="1" spc="-10" dirty="0">
                <a:solidFill>
                  <a:srgbClr val="0C3346"/>
                </a:solidFill>
                <a:latin typeface="Arial"/>
                <a:cs typeface="Arial"/>
              </a:rPr>
              <a:t>Assiduidade </a:t>
            </a:r>
            <a:r>
              <a:rPr sz="1900" b="1" spc="-25" dirty="0">
                <a:solidFill>
                  <a:srgbClr val="0C3346"/>
                </a:solidFill>
                <a:latin typeface="Arial"/>
                <a:cs typeface="Arial"/>
              </a:rPr>
              <a:t>20%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6054" y="2032147"/>
            <a:ext cx="2108200" cy="708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12165" marR="5080" indent="-800100">
              <a:lnSpc>
                <a:spcPct val="117900"/>
              </a:lnSpc>
              <a:spcBef>
                <a:spcPts val="90"/>
              </a:spcBef>
            </a:pPr>
            <a:r>
              <a:rPr sz="1900" b="1" dirty="0">
                <a:solidFill>
                  <a:srgbClr val="0C3346"/>
                </a:solidFill>
                <a:latin typeface="Arial"/>
                <a:cs typeface="Arial"/>
              </a:rPr>
              <a:t>Participação</a:t>
            </a:r>
            <a:r>
              <a:rPr sz="1900" b="1" spc="1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0C3346"/>
                </a:solidFill>
                <a:latin typeface="Arial"/>
                <a:cs typeface="Arial"/>
              </a:rPr>
              <a:t>ativa </a:t>
            </a:r>
            <a:r>
              <a:rPr sz="1900" b="1" spc="-25" dirty="0">
                <a:solidFill>
                  <a:srgbClr val="0C3346"/>
                </a:solidFill>
                <a:latin typeface="Arial"/>
                <a:cs typeface="Arial"/>
              </a:rPr>
              <a:t>20%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36852" y="4964468"/>
            <a:ext cx="2856230" cy="70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2210" marR="5080" indent="-1160145">
              <a:lnSpc>
                <a:spcPct val="117800"/>
              </a:lnSpc>
              <a:spcBef>
                <a:spcPts val="95"/>
              </a:spcBef>
            </a:pPr>
            <a:r>
              <a:rPr sz="1900" b="1" dirty="0">
                <a:solidFill>
                  <a:srgbClr val="0C3346"/>
                </a:solidFill>
                <a:latin typeface="Arial"/>
                <a:cs typeface="Arial"/>
              </a:rPr>
              <a:t>Colaboração</a:t>
            </a:r>
            <a:r>
              <a:rPr sz="1900" b="1" spc="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3346"/>
                </a:solidFill>
                <a:latin typeface="Arial"/>
                <a:cs typeface="Arial"/>
              </a:rPr>
              <a:t>Intergrupal </a:t>
            </a:r>
            <a:r>
              <a:rPr sz="1900" b="1" spc="-25" dirty="0">
                <a:solidFill>
                  <a:srgbClr val="0C3346"/>
                </a:solidFill>
                <a:latin typeface="Arial"/>
                <a:cs typeface="Arial"/>
              </a:rPr>
              <a:t>10%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5795466"/>
            <a:ext cx="95250" cy="95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6205041"/>
            <a:ext cx="95250" cy="952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6614617"/>
            <a:ext cx="95250" cy="952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7024192"/>
            <a:ext cx="95250" cy="952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7433767"/>
            <a:ext cx="95250" cy="952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552575" y="4902291"/>
            <a:ext cx="3865245" cy="274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0C3346"/>
                </a:solidFill>
                <a:latin typeface="Trebuchet MS"/>
                <a:cs typeface="Trebuchet MS"/>
              </a:rPr>
              <a:t>Avaliação</a:t>
            </a:r>
            <a:r>
              <a:rPr sz="3000" spc="-200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-35" dirty="0">
                <a:solidFill>
                  <a:srgbClr val="0C3346"/>
                </a:solidFill>
                <a:latin typeface="Trebuchet MS"/>
                <a:cs typeface="Trebuchet MS"/>
              </a:rPr>
              <a:t>do</a:t>
            </a:r>
            <a:r>
              <a:rPr sz="3000" spc="-200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0C3346"/>
                </a:solidFill>
                <a:latin typeface="Trebuchet MS"/>
                <a:cs typeface="Trebuchet MS"/>
              </a:rPr>
              <a:t>projeto</a:t>
            </a:r>
            <a:endParaRPr sz="3000">
              <a:latin typeface="Trebuchet MS"/>
              <a:cs typeface="Trebuchet MS"/>
            </a:endParaRPr>
          </a:p>
          <a:p>
            <a:pPr marL="551815" marR="5080">
              <a:lnSpc>
                <a:spcPct val="107500"/>
              </a:lnSpc>
              <a:spcBef>
                <a:spcPts val="1655"/>
              </a:spcBef>
            </a:pP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Qualidade</a:t>
            </a:r>
            <a:r>
              <a:rPr sz="2500" spc="-5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técnica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Criatividade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C3346"/>
                </a:solidFill>
                <a:latin typeface="Arial"/>
                <a:cs typeface="Arial"/>
              </a:rPr>
              <a:t>e</a:t>
            </a:r>
            <a:r>
              <a:rPr sz="2500" spc="-3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Arial"/>
                <a:cs typeface="Arial"/>
              </a:rPr>
              <a:t>inovação Documentação Implementação Apresentação</a:t>
            </a:r>
            <a:endParaRPr sz="2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2575" y="2635469"/>
            <a:ext cx="4446905" cy="18923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500" spc="160" dirty="0">
                <a:solidFill>
                  <a:srgbClr val="0C3346"/>
                </a:solidFill>
                <a:latin typeface="Century Gothic"/>
                <a:cs typeface="Century Gothic"/>
              </a:rPr>
              <a:t>20%</a:t>
            </a:r>
            <a:r>
              <a:rPr sz="2500" spc="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Assiduidade</a:t>
            </a:r>
            <a:endParaRPr sz="2500" dirty="0">
              <a:latin typeface="Century Gothic"/>
              <a:cs typeface="Century Gothic"/>
            </a:endParaRPr>
          </a:p>
          <a:p>
            <a:pPr marL="12700" marR="5080">
              <a:lnSpc>
                <a:spcPct val="122500"/>
              </a:lnSpc>
            </a:pPr>
            <a:r>
              <a:rPr sz="2500" dirty="0">
                <a:solidFill>
                  <a:srgbClr val="0C3346"/>
                </a:solidFill>
                <a:latin typeface="Century Gothic"/>
                <a:cs typeface="Century Gothic"/>
              </a:rPr>
              <a:t>10%</a:t>
            </a:r>
            <a:r>
              <a:rPr sz="2500" spc="-2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0" dirty="0">
                <a:solidFill>
                  <a:srgbClr val="0C3346"/>
                </a:solidFill>
                <a:latin typeface="Century Gothic"/>
                <a:cs typeface="Century Gothic"/>
              </a:rPr>
              <a:t>Colaboração</a:t>
            </a:r>
            <a:r>
              <a:rPr sz="2500" spc="-1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intergrupal </a:t>
            </a:r>
            <a:r>
              <a:rPr sz="2500" spc="165" dirty="0">
                <a:solidFill>
                  <a:srgbClr val="0C3346"/>
                </a:solidFill>
                <a:latin typeface="Century Gothic"/>
                <a:cs typeface="Century Gothic"/>
              </a:rPr>
              <a:t>50%</a:t>
            </a:r>
            <a:r>
              <a:rPr sz="2500" spc="-6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5" dirty="0">
                <a:solidFill>
                  <a:srgbClr val="0C3346"/>
                </a:solidFill>
                <a:latin typeface="Century Gothic"/>
                <a:cs typeface="Century Gothic"/>
              </a:rPr>
              <a:t>Avaliação</a:t>
            </a:r>
            <a:r>
              <a:rPr sz="2500" spc="-6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20" dirty="0">
                <a:solidFill>
                  <a:srgbClr val="0C3346"/>
                </a:solidFill>
                <a:latin typeface="Century Gothic"/>
                <a:cs typeface="Century Gothic"/>
              </a:rPr>
              <a:t>do</a:t>
            </a:r>
            <a:r>
              <a:rPr sz="2500" spc="-6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projeto </a:t>
            </a:r>
            <a:r>
              <a:rPr sz="2500" spc="160" dirty="0">
                <a:solidFill>
                  <a:srgbClr val="0C3346"/>
                </a:solidFill>
                <a:latin typeface="Century Gothic"/>
                <a:cs typeface="Century Gothic"/>
              </a:rPr>
              <a:t>20%</a:t>
            </a:r>
            <a:r>
              <a:rPr sz="2500" spc="-40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60" dirty="0">
                <a:solidFill>
                  <a:srgbClr val="0C3346"/>
                </a:solidFill>
                <a:latin typeface="Century Gothic"/>
                <a:cs typeface="Century Gothic"/>
              </a:rPr>
              <a:t>Participação</a:t>
            </a:r>
            <a:r>
              <a:rPr sz="2500" spc="-35" dirty="0">
                <a:solidFill>
                  <a:srgbClr val="0C3346"/>
                </a:solidFill>
                <a:latin typeface="Century Gothic"/>
                <a:cs typeface="Century Gothic"/>
              </a:rPr>
              <a:t> </a:t>
            </a:r>
            <a:r>
              <a:rPr sz="2500" spc="-10" dirty="0">
                <a:solidFill>
                  <a:srgbClr val="0C3346"/>
                </a:solidFill>
                <a:latin typeface="Century Gothic"/>
                <a:cs typeface="Century Gothic"/>
              </a:rPr>
              <a:t>ativa</a:t>
            </a:r>
            <a:endParaRPr sz="2500" dirty="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AVALIAÇÃO</a:t>
            </a: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98772" y="0"/>
            <a:ext cx="1390649" cy="81814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8126" y="9673742"/>
            <a:ext cx="5610209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CAD4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AVALIAÇÃO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8772" y="0"/>
            <a:ext cx="1390649" cy="818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8126" y="9673742"/>
            <a:ext cx="5610209" cy="609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7225" y="5082661"/>
            <a:ext cx="114300" cy="114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7225" y="5577961"/>
            <a:ext cx="114300" cy="114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52575" y="2736619"/>
            <a:ext cx="8221345" cy="310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C3346"/>
                </a:solidFill>
                <a:latin typeface="Trebuchet MS"/>
                <a:cs typeface="Trebuchet MS"/>
              </a:rPr>
              <a:t>Entrega</a:t>
            </a:r>
            <a:r>
              <a:rPr sz="3000" spc="-180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-35" dirty="0">
                <a:solidFill>
                  <a:srgbClr val="0C3346"/>
                </a:solidFill>
                <a:latin typeface="Trebuchet MS"/>
                <a:cs typeface="Trebuchet MS"/>
              </a:rPr>
              <a:t>do</a:t>
            </a:r>
            <a:r>
              <a:rPr sz="3000" spc="-175" dirty="0">
                <a:solidFill>
                  <a:srgbClr val="0C3346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0C3346"/>
                </a:solidFill>
                <a:latin typeface="Trebuchet MS"/>
                <a:cs typeface="Trebuchet MS"/>
              </a:rPr>
              <a:t>projeto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ct val="106600"/>
              </a:lnSpc>
            </a:pP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Os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alunos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devem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submeter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o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projeto</a:t>
            </a:r>
            <a:r>
              <a:rPr sz="3050" spc="15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spc="-10" dirty="0">
                <a:solidFill>
                  <a:srgbClr val="0C3346"/>
                </a:solidFill>
                <a:latin typeface="Arial"/>
                <a:cs typeface="Arial"/>
              </a:rPr>
              <a:t>completo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via</a:t>
            </a:r>
            <a:r>
              <a:rPr sz="3050" spc="-9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discord,</a:t>
            </a:r>
            <a:r>
              <a:rPr sz="3050" spc="-9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spc="-10" dirty="0">
                <a:solidFill>
                  <a:srgbClr val="0C3346"/>
                </a:solidFill>
                <a:latin typeface="Arial"/>
                <a:cs typeface="Arial"/>
              </a:rPr>
              <a:t>incluindo:</a:t>
            </a:r>
            <a:endParaRPr sz="3050">
              <a:latin typeface="Arial"/>
              <a:cs typeface="Arial"/>
            </a:endParaRPr>
          </a:p>
          <a:p>
            <a:pPr marL="669290">
              <a:lnSpc>
                <a:spcPct val="100000"/>
              </a:lnSpc>
              <a:spcBef>
                <a:spcPts val="240"/>
              </a:spcBef>
            </a:pPr>
            <a:r>
              <a:rPr sz="3050" spc="-25" dirty="0">
                <a:solidFill>
                  <a:srgbClr val="0C3346"/>
                </a:solidFill>
                <a:latin typeface="Arial"/>
                <a:cs typeface="Arial"/>
              </a:rPr>
              <a:t>Código-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fonte</a:t>
            </a:r>
            <a:r>
              <a:rPr sz="3050" spc="-4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da</a:t>
            </a:r>
            <a:r>
              <a:rPr sz="3050" spc="-4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spc="-10" dirty="0">
                <a:solidFill>
                  <a:srgbClr val="0C3346"/>
                </a:solidFill>
                <a:latin typeface="Arial"/>
                <a:cs typeface="Arial"/>
              </a:rPr>
              <a:t>aplicação.</a:t>
            </a:r>
            <a:endParaRPr sz="3050">
              <a:latin typeface="Arial"/>
              <a:cs typeface="Arial"/>
            </a:endParaRPr>
          </a:p>
          <a:p>
            <a:pPr marL="669290">
              <a:lnSpc>
                <a:spcPct val="100000"/>
              </a:lnSpc>
              <a:spcBef>
                <a:spcPts val="240"/>
              </a:spcBef>
            </a:pP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Arquivos</a:t>
            </a:r>
            <a:r>
              <a:rPr sz="3050" spc="-9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de</a:t>
            </a:r>
            <a:r>
              <a:rPr sz="3050" spc="-9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projeto</a:t>
            </a:r>
            <a:r>
              <a:rPr sz="3050" spc="-9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do</a:t>
            </a:r>
            <a:r>
              <a:rPr sz="3050" spc="-95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0C3346"/>
                </a:solidFill>
                <a:latin typeface="Arial"/>
                <a:cs typeface="Arial"/>
              </a:rPr>
              <a:t>Android</a:t>
            </a:r>
            <a:r>
              <a:rPr sz="3050" spc="-90" dirty="0">
                <a:solidFill>
                  <a:srgbClr val="0C3346"/>
                </a:solidFill>
                <a:latin typeface="Arial"/>
                <a:cs typeface="Arial"/>
              </a:rPr>
              <a:t> </a:t>
            </a:r>
            <a:r>
              <a:rPr sz="3050" spc="-10" dirty="0">
                <a:solidFill>
                  <a:srgbClr val="0C3346"/>
                </a:solidFill>
                <a:latin typeface="Arial"/>
                <a:cs typeface="Arial"/>
              </a:rPr>
              <a:t>Studio.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8986" y="9258299"/>
            <a:ext cx="5610209" cy="609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5" dirty="0"/>
              <a:t>DISCORD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8986" y="9463185"/>
            <a:ext cx="5610209" cy="609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DESAFIO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3041" y="2141250"/>
            <a:ext cx="10879455" cy="465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solidFill>
                  <a:srgbClr val="0C3346"/>
                </a:solidFill>
                <a:latin typeface="Arial Black"/>
                <a:cs typeface="Arial Black"/>
              </a:rPr>
              <a:t>Objetivo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Desenvolver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uma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aplicação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em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0" dirty="0">
                <a:solidFill>
                  <a:srgbClr val="0C3346"/>
                </a:solidFill>
                <a:latin typeface="Lucida Sans"/>
                <a:cs typeface="Lucida Sans"/>
              </a:rPr>
              <a:t>Kotlin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que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simule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velocímetro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tradicional,</a:t>
            </a:r>
            <a:endParaRPr sz="2250">
              <a:latin typeface="Lucida Sans"/>
              <a:cs typeface="Lucida Sans"/>
            </a:endParaRPr>
          </a:p>
          <a:p>
            <a:pPr marL="12700" marR="471805">
              <a:lnSpc>
                <a:spcPct val="116700"/>
              </a:lnSpc>
            </a:pP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como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5" dirty="0">
                <a:solidFill>
                  <a:srgbClr val="0C3346"/>
                </a:solidFill>
                <a:latin typeface="Lucida Sans"/>
                <a:cs typeface="Lucida Sans"/>
              </a:rPr>
              <a:t>os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encontrados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em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motos</a:t>
            </a:r>
            <a:r>
              <a:rPr sz="2250" spc="-10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ou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5" dirty="0">
                <a:solidFill>
                  <a:srgbClr val="0C3346"/>
                </a:solidFill>
                <a:latin typeface="Lucida Sans"/>
                <a:cs typeface="Lucida Sans"/>
              </a:rPr>
              <a:t>carros,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implemente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a</a:t>
            </a:r>
            <a:r>
              <a:rPr sz="2250" spc="-10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funcionalidade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de </a:t>
            </a:r>
            <a:r>
              <a:rPr sz="2250" spc="-30" dirty="0">
                <a:solidFill>
                  <a:srgbClr val="0C3346"/>
                </a:solidFill>
                <a:latin typeface="Lucida Sans"/>
                <a:cs typeface="Lucida Sans"/>
              </a:rPr>
              <a:t>incremento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decremento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da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velocidade.</a:t>
            </a:r>
            <a:endParaRPr sz="22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2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2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3400" spc="-275" dirty="0">
                <a:solidFill>
                  <a:srgbClr val="0C3346"/>
                </a:solidFill>
                <a:latin typeface="Arial Black"/>
                <a:cs typeface="Arial Black"/>
              </a:rPr>
              <a:t>Descrição</a:t>
            </a:r>
            <a:endParaRPr sz="3400">
              <a:latin typeface="Arial Black"/>
              <a:cs typeface="Arial Black"/>
            </a:endParaRPr>
          </a:p>
          <a:p>
            <a:pPr marL="12700" marR="5080">
              <a:lnSpc>
                <a:spcPct val="116700"/>
              </a:lnSpc>
              <a:spcBef>
                <a:spcPts val="910"/>
              </a:spcBef>
            </a:pP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Os</a:t>
            </a:r>
            <a:r>
              <a:rPr sz="2250" spc="-13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alunos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deverão</a:t>
            </a:r>
            <a:r>
              <a:rPr sz="2250" spc="-13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criar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uma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aplicação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50" dirty="0">
                <a:solidFill>
                  <a:srgbClr val="0C3346"/>
                </a:solidFill>
                <a:latin typeface="Lucida Sans"/>
                <a:cs typeface="Lucida Sans"/>
              </a:rPr>
              <a:t>Android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que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inclua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velocímetro</a:t>
            </a:r>
            <a:r>
              <a:rPr sz="2250" spc="-13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digital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ou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70" dirty="0">
                <a:solidFill>
                  <a:srgbClr val="0C3346"/>
                </a:solidFill>
                <a:latin typeface="Lucida Sans"/>
                <a:cs typeface="Lucida Sans"/>
              </a:rPr>
              <a:t>analógico,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que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permita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simular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aumento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diminuição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velocidade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de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5" dirty="0">
                <a:solidFill>
                  <a:srgbClr val="0C3346"/>
                </a:solidFill>
                <a:latin typeface="Lucida Sans"/>
                <a:cs typeface="Lucida Sans"/>
              </a:rPr>
              <a:t>veículo.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velocímetro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deve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refletir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as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0" dirty="0">
                <a:solidFill>
                  <a:srgbClr val="0C3346"/>
                </a:solidFill>
                <a:latin typeface="Lucida Sans"/>
                <a:cs typeface="Lucida Sans"/>
              </a:rPr>
              <a:t>mudanças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velocidade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em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tempo real.</a:t>
            </a:r>
            <a:endParaRPr sz="2250">
              <a:latin typeface="Lucida Sans"/>
              <a:cs typeface="Lucida Sans"/>
            </a:endParaRPr>
          </a:p>
        </p:txBody>
      </p:sp>
      <p:pic>
        <p:nvPicPr>
          <p:cNvPr id="7" name="Imagem 6" descr="Uma imagem com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6909C2E8-78A4-0B05-DB8D-9F860D8DF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606252"/>
            <a:ext cx="3949700" cy="923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08283" y="8162262"/>
            <a:ext cx="3271520" cy="2125345"/>
            <a:chOff x="7508283" y="8162262"/>
            <a:chExt cx="3271520" cy="2125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6305" y="8176861"/>
              <a:ext cx="3234903" cy="21101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08283" y="8162262"/>
              <a:ext cx="3271520" cy="2125345"/>
            </a:xfrm>
            <a:custGeom>
              <a:avLst/>
              <a:gdLst/>
              <a:ahLst/>
              <a:cxnLst/>
              <a:rect l="l" t="t" r="r" b="b"/>
              <a:pathLst>
                <a:path w="3271520" h="2125345">
                  <a:moveTo>
                    <a:pt x="36385" y="2124743"/>
                  </a:moveTo>
                  <a:lnTo>
                    <a:pt x="0" y="2124743"/>
                  </a:lnTo>
                  <a:lnTo>
                    <a:pt x="1623746" y="5551"/>
                  </a:lnTo>
                  <a:lnTo>
                    <a:pt x="1628963" y="1387"/>
                  </a:lnTo>
                  <a:lnTo>
                    <a:pt x="1635260" y="0"/>
                  </a:lnTo>
                  <a:lnTo>
                    <a:pt x="1641557" y="1387"/>
                  </a:lnTo>
                  <a:lnTo>
                    <a:pt x="1646775" y="5551"/>
                  </a:lnTo>
                  <a:lnTo>
                    <a:pt x="1671359" y="37627"/>
                  </a:lnTo>
                  <a:lnTo>
                    <a:pt x="1636083" y="37627"/>
                  </a:lnTo>
                  <a:lnTo>
                    <a:pt x="36385" y="2124743"/>
                  </a:lnTo>
                  <a:close/>
                </a:path>
                <a:path w="3271520" h="2125345">
                  <a:moveTo>
                    <a:pt x="3270948" y="2124743"/>
                  </a:moveTo>
                  <a:lnTo>
                    <a:pt x="3235781" y="2124743"/>
                  </a:lnTo>
                  <a:lnTo>
                    <a:pt x="1636083" y="37627"/>
                  </a:lnTo>
                  <a:lnTo>
                    <a:pt x="1671359" y="37627"/>
                  </a:lnTo>
                  <a:lnTo>
                    <a:pt x="3270948" y="2124743"/>
                  </a:lnTo>
                  <a:close/>
                </a:path>
                <a:path w="3271520" h="2125345">
                  <a:moveTo>
                    <a:pt x="1570601" y="2124743"/>
                  </a:moveTo>
                  <a:lnTo>
                    <a:pt x="1534489" y="2124743"/>
                  </a:lnTo>
                  <a:lnTo>
                    <a:pt x="1623746" y="2008256"/>
                  </a:lnTo>
                  <a:lnTo>
                    <a:pt x="1628963" y="2004093"/>
                  </a:lnTo>
                  <a:lnTo>
                    <a:pt x="1635260" y="2002705"/>
                  </a:lnTo>
                  <a:lnTo>
                    <a:pt x="1641557" y="2004093"/>
                  </a:lnTo>
                  <a:lnTo>
                    <a:pt x="1646775" y="2008256"/>
                  </a:lnTo>
                  <a:lnTo>
                    <a:pt x="1671366" y="2040333"/>
                  </a:lnTo>
                  <a:lnTo>
                    <a:pt x="1635260" y="2040333"/>
                  </a:lnTo>
                  <a:lnTo>
                    <a:pt x="1570601" y="2124743"/>
                  </a:lnTo>
                  <a:close/>
                </a:path>
                <a:path w="3271520" h="2125345">
                  <a:moveTo>
                    <a:pt x="1736078" y="2124743"/>
                  </a:moveTo>
                  <a:lnTo>
                    <a:pt x="1699987" y="2124743"/>
                  </a:lnTo>
                  <a:lnTo>
                    <a:pt x="1635260" y="2040333"/>
                  </a:lnTo>
                  <a:lnTo>
                    <a:pt x="1671366" y="2040333"/>
                  </a:lnTo>
                  <a:lnTo>
                    <a:pt x="1736078" y="212474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323403" y="0"/>
            <a:ext cx="3641090" cy="2366645"/>
            <a:chOff x="7323403" y="0"/>
            <a:chExt cx="3641090" cy="23666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1376" y="0"/>
              <a:ext cx="3604810" cy="23514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23403" y="0"/>
              <a:ext cx="3641090" cy="2366645"/>
            </a:xfrm>
            <a:custGeom>
              <a:avLst/>
              <a:gdLst/>
              <a:ahLst/>
              <a:cxnLst/>
              <a:rect l="l" t="t" r="r" b="b"/>
              <a:pathLst>
                <a:path w="3641090" h="2366645">
                  <a:moveTo>
                    <a:pt x="36324" y="0"/>
                  </a:moveTo>
                  <a:lnTo>
                    <a:pt x="0" y="0"/>
                  </a:lnTo>
                  <a:lnTo>
                    <a:pt x="1808626" y="2360483"/>
                  </a:lnTo>
                  <a:lnTo>
                    <a:pt x="1813844" y="2364647"/>
                  </a:lnTo>
                  <a:lnTo>
                    <a:pt x="1820141" y="2366035"/>
                  </a:lnTo>
                  <a:lnTo>
                    <a:pt x="1826438" y="2364647"/>
                  </a:lnTo>
                  <a:lnTo>
                    <a:pt x="1831655" y="2360483"/>
                  </a:lnTo>
                  <a:lnTo>
                    <a:pt x="1856239" y="2328407"/>
                  </a:lnTo>
                  <a:lnTo>
                    <a:pt x="1820963" y="2328407"/>
                  </a:lnTo>
                  <a:lnTo>
                    <a:pt x="36324" y="0"/>
                  </a:lnTo>
                  <a:close/>
                </a:path>
                <a:path w="3641090" h="2366645">
                  <a:moveTo>
                    <a:pt x="3640758" y="0"/>
                  </a:moveTo>
                  <a:lnTo>
                    <a:pt x="3605603" y="0"/>
                  </a:lnTo>
                  <a:lnTo>
                    <a:pt x="1820963" y="2328407"/>
                  </a:lnTo>
                  <a:lnTo>
                    <a:pt x="1856239" y="2328407"/>
                  </a:lnTo>
                  <a:lnTo>
                    <a:pt x="3640758" y="0"/>
                  </a:lnTo>
                  <a:close/>
                </a:path>
                <a:path w="3641090" h="2366645">
                  <a:moveTo>
                    <a:pt x="1570647" y="0"/>
                  </a:moveTo>
                  <a:lnTo>
                    <a:pt x="1534481" y="0"/>
                  </a:lnTo>
                  <a:lnTo>
                    <a:pt x="1808626" y="357778"/>
                  </a:lnTo>
                  <a:lnTo>
                    <a:pt x="1813844" y="361942"/>
                  </a:lnTo>
                  <a:lnTo>
                    <a:pt x="1820141" y="363330"/>
                  </a:lnTo>
                  <a:lnTo>
                    <a:pt x="1826438" y="361942"/>
                  </a:lnTo>
                  <a:lnTo>
                    <a:pt x="1831655" y="357778"/>
                  </a:lnTo>
                  <a:lnTo>
                    <a:pt x="1856246" y="325702"/>
                  </a:lnTo>
                  <a:lnTo>
                    <a:pt x="1820141" y="325702"/>
                  </a:lnTo>
                  <a:lnTo>
                    <a:pt x="1570647" y="0"/>
                  </a:lnTo>
                  <a:close/>
                </a:path>
                <a:path w="3641090" h="2366645">
                  <a:moveTo>
                    <a:pt x="2105943" y="0"/>
                  </a:moveTo>
                  <a:lnTo>
                    <a:pt x="2069894" y="0"/>
                  </a:lnTo>
                  <a:lnTo>
                    <a:pt x="1820141" y="325702"/>
                  </a:lnTo>
                  <a:lnTo>
                    <a:pt x="1856246" y="325702"/>
                  </a:lnTo>
                  <a:lnTo>
                    <a:pt x="210594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DESAFIO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8986" y="9463185"/>
            <a:ext cx="5610209" cy="6095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6933" y="3419570"/>
            <a:ext cx="114300" cy="114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6933" y="4219670"/>
            <a:ext cx="114300" cy="114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6933" y="5019770"/>
            <a:ext cx="114300" cy="1143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6933" y="5419820"/>
            <a:ext cx="114300" cy="1143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6933" y="6219920"/>
            <a:ext cx="114300" cy="1143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6933" y="6619971"/>
            <a:ext cx="114300" cy="1143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6933" y="7020021"/>
            <a:ext cx="114300" cy="1143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04621" y="2260751"/>
            <a:ext cx="14623415" cy="49872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050" spc="-90" dirty="0">
                <a:solidFill>
                  <a:srgbClr val="0C3346"/>
                </a:solidFill>
                <a:latin typeface="Arial Black"/>
                <a:cs typeface="Arial Black"/>
              </a:rPr>
              <a:t>Requisitos:</a:t>
            </a:r>
            <a:endParaRPr sz="3050">
              <a:latin typeface="Arial Black"/>
              <a:cs typeface="Arial Black"/>
            </a:endParaRPr>
          </a:p>
          <a:p>
            <a:pPr marL="501015" indent="-284480">
              <a:lnSpc>
                <a:spcPct val="100000"/>
              </a:lnSpc>
              <a:spcBef>
                <a:spcPts val="515"/>
              </a:spcBef>
              <a:buFont typeface="Lucida Sans"/>
              <a:buAutoNum type="arabicPeriod"/>
              <a:tabLst>
                <a:tab pos="501015" algn="l"/>
              </a:tabLst>
            </a:pPr>
            <a:r>
              <a:rPr sz="2250" spc="-114" dirty="0">
                <a:solidFill>
                  <a:srgbClr val="0C3346"/>
                </a:solidFill>
                <a:latin typeface="Arial Black"/>
                <a:cs typeface="Arial Black"/>
              </a:rPr>
              <a:t>Interface</a:t>
            </a:r>
            <a:r>
              <a:rPr sz="2250" spc="-130" dirty="0">
                <a:solidFill>
                  <a:srgbClr val="0C3346"/>
                </a:solidFill>
                <a:latin typeface="Arial Black"/>
                <a:cs typeface="Arial Black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Arial Black"/>
                <a:cs typeface="Arial Black"/>
              </a:rPr>
              <a:t>Gráfica:</a:t>
            </a:r>
            <a:endParaRPr sz="2250">
              <a:latin typeface="Arial Black"/>
              <a:cs typeface="Arial Black"/>
            </a:endParaRPr>
          </a:p>
          <a:p>
            <a:pPr marL="990600" marR="5080">
              <a:lnSpc>
                <a:spcPct val="116700"/>
              </a:lnSpc>
            </a:pP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velocímetro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deve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ser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visualmente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representado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na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interface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70" dirty="0">
                <a:solidFill>
                  <a:srgbClr val="0C3346"/>
                </a:solidFill>
                <a:latin typeface="Lucida Sans"/>
                <a:cs typeface="Lucida Sans"/>
              </a:rPr>
              <a:t>utilizador.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Pode</a:t>
            </a:r>
            <a:r>
              <a:rPr sz="2250" spc="-114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ser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velocímetro </a:t>
            </a:r>
            <a:r>
              <a:rPr sz="2250" spc="-55" dirty="0">
                <a:solidFill>
                  <a:srgbClr val="0C3346"/>
                </a:solidFill>
                <a:latin typeface="Lucida Sans"/>
                <a:cs typeface="Lucida Sans"/>
              </a:rPr>
              <a:t>analógico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55" dirty="0">
                <a:solidFill>
                  <a:srgbClr val="0C3346"/>
                </a:solidFill>
                <a:latin typeface="Lucida Sans"/>
                <a:cs typeface="Lucida Sans"/>
              </a:rPr>
              <a:t>(com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ponteiro)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ou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70" dirty="0">
                <a:solidFill>
                  <a:srgbClr val="0C3346"/>
                </a:solidFill>
                <a:latin typeface="Lucida Sans"/>
                <a:cs typeface="Lucida Sans"/>
              </a:rPr>
              <a:t>digital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(numérico).</a:t>
            </a:r>
            <a:endParaRPr sz="2250">
              <a:latin typeface="Lucida Sans"/>
              <a:cs typeface="Lucida Sans"/>
            </a:endParaRPr>
          </a:p>
          <a:p>
            <a:pPr marL="990600">
              <a:lnSpc>
                <a:spcPct val="100000"/>
              </a:lnSpc>
              <a:spcBef>
                <a:spcPts val="450"/>
              </a:spcBef>
            </a:pPr>
            <a:r>
              <a:rPr sz="2250" spc="-70" dirty="0">
                <a:solidFill>
                  <a:srgbClr val="0C3346"/>
                </a:solidFill>
                <a:latin typeface="Lucida Sans"/>
                <a:cs typeface="Lucida Sans"/>
              </a:rPr>
              <a:t>Exibição</a:t>
            </a:r>
            <a:r>
              <a:rPr sz="2250" spc="-11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0" dirty="0">
                <a:solidFill>
                  <a:srgbClr val="0C3346"/>
                </a:solidFill>
                <a:latin typeface="Lucida Sans"/>
                <a:cs typeface="Lucida Sans"/>
              </a:rPr>
              <a:t>clara</a:t>
            </a:r>
            <a:r>
              <a:rPr sz="2250" spc="-10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da</a:t>
            </a:r>
            <a:r>
              <a:rPr sz="2250" spc="-10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velocidade</a:t>
            </a:r>
            <a:r>
              <a:rPr sz="2250" spc="-10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atual.</a:t>
            </a:r>
            <a:endParaRPr sz="2250">
              <a:latin typeface="Lucida Sans"/>
              <a:cs typeface="Lucida Sans"/>
            </a:endParaRPr>
          </a:p>
          <a:p>
            <a:pPr marL="501015" indent="-284480">
              <a:lnSpc>
                <a:spcPct val="100000"/>
              </a:lnSpc>
              <a:spcBef>
                <a:spcPts val="450"/>
              </a:spcBef>
              <a:buFont typeface="Lucida Sans"/>
              <a:buAutoNum type="arabicPeriod" startAt="2"/>
              <a:tabLst>
                <a:tab pos="501015" algn="l"/>
              </a:tabLst>
            </a:pPr>
            <a:r>
              <a:rPr sz="2250" spc="-65" dirty="0">
                <a:solidFill>
                  <a:srgbClr val="0C3346"/>
                </a:solidFill>
                <a:latin typeface="Arial Black"/>
                <a:cs typeface="Arial Black"/>
              </a:rPr>
              <a:t>Funcionalidades:</a:t>
            </a:r>
            <a:endParaRPr sz="2250">
              <a:latin typeface="Arial Black"/>
              <a:cs typeface="Arial Black"/>
            </a:endParaRPr>
          </a:p>
          <a:p>
            <a:pPr marL="990600" marR="4151629">
              <a:lnSpc>
                <a:spcPct val="116700"/>
              </a:lnSpc>
            </a:pP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Implementar</a:t>
            </a:r>
            <a:r>
              <a:rPr sz="2250" spc="-13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um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sistema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que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permita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alterar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5" dirty="0">
                <a:solidFill>
                  <a:srgbClr val="0C3346"/>
                </a:solidFill>
                <a:latin typeface="Lucida Sans"/>
                <a:cs typeface="Lucida Sans"/>
              </a:rPr>
              <a:t>os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valores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apresentados.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Mudanças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nestes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valores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devem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ser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apresentadas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em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tempo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real.</a:t>
            </a:r>
            <a:endParaRPr sz="2250">
              <a:latin typeface="Lucida Sans"/>
              <a:cs typeface="Lucida Sans"/>
            </a:endParaRPr>
          </a:p>
          <a:p>
            <a:pPr marL="501015" indent="-284480">
              <a:lnSpc>
                <a:spcPct val="100000"/>
              </a:lnSpc>
              <a:spcBef>
                <a:spcPts val="450"/>
              </a:spcBef>
              <a:buFont typeface="Lucida Sans"/>
              <a:buAutoNum type="arabicPeriod" startAt="3"/>
              <a:tabLst>
                <a:tab pos="501015" algn="l"/>
              </a:tabLst>
            </a:pPr>
            <a:r>
              <a:rPr sz="2250" spc="-125" dirty="0">
                <a:solidFill>
                  <a:srgbClr val="0C3346"/>
                </a:solidFill>
                <a:latin typeface="Arial Black"/>
                <a:cs typeface="Arial Black"/>
              </a:rPr>
              <a:t>Detalhes</a:t>
            </a:r>
            <a:r>
              <a:rPr sz="2250" spc="-110" dirty="0">
                <a:solidFill>
                  <a:srgbClr val="0C3346"/>
                </a:solidFill>
                <a:latin typeface="Arial Black"/>
                <a:cs typeface="Arial Black"/>
              </a:rPr>
              <a:t> </a:t>
            </a:r>
            <a:r>
              <a:rPr sz="2250" spc="-85" dirty="0">
                <a:solidFill>
                  <a:srgbClr val="0C3346"/>
                </a:solidFill>
                <a:latin typeface="Arial Black"/>
                <a:cs typeface="Arial Black"/>
              </a:rPr>
              <a:t>Técnicos:</a:t>
            </a:r>
            <a:endParaRPr sz="2250">
              <a:latin typeface="Arial Black"/>
              <a:cs typeface="Arial Black"/>
            </a:endParaRPr>
          </a:p>
          <a:p>
            <a:pPr marL="990600">
              <a:lnSpc>
                <a:spcPct val="100000"/>
              </a:lnSpc>
              <a:spcBef>
                <a:spcPts val="450"/>
              </a:spcBef>
            </a:pPr>
            <a:r>
              <a:rPr sz="2250" spc="-60" dirty="0">
                <a:solidFill>
                  <a:srgbClr val="0C3346"/>
                </a:solidFill>
                <a:latin typeface="Lucida Sans"/>
                <a:cs typeface="Lucida Sans"/>
              </a:rPr>
              <a:t>Utilizar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0" dirty="0">
                <a:solidFill>
                  <a:srgbClr val="0C3346"/>
                </a:solidFill>
                <a:latin typeface="Lucida Sans"/>
                <a:cs typeface="Lucida Sans"/>
              </a:rPr>
              <a:t>Kotlin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como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60" dirty="0">
                <a:solidFill>
                  <a:srgbClr val="0C3346"/>
                </a:solidFill>
                <a:latin typeface="Lucida Sans"/>
                <a:cs typeface="Lucida Sans"/>
              </a:rPr>
              <a:t>linguagem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programação.</a:t>
            </a:r>
            <a:endParaRPr sz="2250">
              <a:latin typeface="Lucida Sans"/>
              <a:cs typeface="Lucida Sans"/>
            </a:endParaRPr>
          </a:p>
          <a:p>
            <a:pPr marL="990600">
              <a:lnSpc>
                <a:spcPct val="100000"/>
              </a:lnSpc>
              <a:spcBef>
                <a:spcPts val="450"/>
              </a:spcBef>
            </a:pPr>
            <a:r>
              <a:rPr sz="2250" spc="-60" dirty="0">
                <a:solidFill>
                  <a:srgbClr val="0C3346"/>
                </a:solidFill>
                <a:latin typeface="Lucida Sans"/>
                <a:cs typeface="Lucida Sans"/>
              </a:rPr>
              <a:t>Utilizar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50" dirty="0">
                <a:solidFill>
                  <a:srgbClr val="0C3346"/>
                </a:solidFill>
                <a:latin typeface="Lucida Sans"/>
                <a:cs typeface="Lucida Sans"/>
              </a:rPr>
              <a:t>Android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0" dirty="0">
                <a:solidFill>
                  <a:srgbClr val="0C3346"/>
                </a:solidFill>
                <a:latin typeface="Lucida Sans"/>
                <a:cs typeface="Lucida Sans"/>
              </a:rPr>
              <a:t>Studio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como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ambiente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de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desenvolvimento.</a:t>
            </a:r>
            <a:endParaRPr sz="2250">
              <a:latin typeface="Lucida Sans"/>
              <a:cs typeface="Lucida Sans"/>
            </a:endParaRPr>
          </a:p>
          <a:p>
            <a:pPr marL="990600">
              <a:lnSpc>
                <a:spcPct val="100000"/>
              </a:lnSpc>
              <a:spcBef>
                <a:spcPts val="450"/>
              </a:spcBef>
            </a:pP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Garantir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que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5" dirty="0">
                <a:solidFill>
                  <a:srgbClr val="0C3346"/>
                </a:solidFill>
                <a:latin typeface="Lucida Sans"/>
                <a:cs typeface="Lucida Sans"/>
              </a:rPr>
              <a:t>aplicação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50" dirty="0">
                <a:solidFill>
                  <a:srgbClr val="0C3346"/>
                </a:solidFill>
                <a:latin typeface="Lucida Sans"/>
                <a:cs typeface="Lucida Sans"/>
              </a:rPr>
              <a:t>seja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40" dirty="0">
                <a:solidFill>
                  <a:srgbClr val="0C3346"/>
                </a:solidFill>
                <a:latin typeface="Lucida Sans"/>
                <a:cs typeface="Lucida Sans"/>
              </a:rPr>
              <a:t>eficiente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dirty="0">
                <a:solidFill>
                  <a:srgbClr val="0C3346"/>
                </a:solidFill>
                <a:latin typeface="Lucida Sans"/>
                <a:cs typeface="Lucida Sans"/>
              </a:rPr>
              <a:t>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5" dirty="0">
                <a:solidFill>
                  <a:srgbClr val="0C3346"/>
                </a:solidFill>
                <a:latin typeface="Lucida Sans"/>
                <a:cs typeface="Lucida Sans"/>
              </a:rPr>
              <a:t>responda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rapidamente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20" dirty="0">
                <a:solidFill>
                  <a:srgbClr val="0C3346"/>
                </a:solidFill>
                <a:latin typeface="Lucida Sans"/>
                <a:cs typeface="Lucida Sans"/>
              </a:rPr>
              <a:t>às</a:t>
            </a:r>
            <a:r>
              <a:rPr sz="2250" spc="-120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35" dirty="0">
                <a:solidFill>
                  <a:srgbClr val="0C3346"/>
                </a:solidFill>
                <a:latin typeface="Lucida Sans"/>
                <a:cs typeface="Lucida Sans"/>
              </a:rPr>
              <a:t>interações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do</a:t>
            </a:r>
            <a:r>
              <a:rPr sz="2250" spc="-125" dirty="0">
                <a:solidFill>
                  <a:srgbClr val="0C3346"/>
                </a:solidFill>
                <a:latin typeface="Lucida Sans"/>
                <a:cs typeface="Lucida Sans"/>
              </a:rPr>
              <a:t> </a:t>
            </a:r>
            <a:r>
              <a:rPr sz="2250" spc="-10" dirty="0">
                <a:solidFill>
                  <a:srgbClr val="0C3346"/>
                </a:solidFill>
                <a:latin typeface="Lucida Sans"/>
                <a:cs typeface="Lucida Sans"/>
              </a:rPr>
              <a:t>utilizador.</a:t>
            </a:r>
            <a:endParaRPr sz="22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08283" y="8162262"/>
            <a:ext cx="3271520" cy="2125345"/>
            <a:chOff x="7508283" y="8162262"/>
            <a:chExt cx="3271520" cy="2125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6305" y="8176861"/>
              <a:ext cx="3234903" cy="21101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08283" y="8162262"/>
              <a:ext cx="3271520" cy="2125345"/>
            </a:xfrm>
            <a:custGeom>
              <a:avLst/>
              <a:gdLst/>
              <a:ahLst/>
              <a:cxnLst/>
              <a:rect l="l" t="t" r="r" b="b"/>
              <a:pathLst>
                <a:path w="3271520" h="2125345">
                  <a:moveTo>
                    <a:pt x="36385" y="2124743"/>
                  </a:moveTo>
                  <a:lnTo>
                    <a:pt x="0" y="2124743"/>
                  </a:lnTo>
                  <a:lnTo>
                    <a:pt x="1623746" y="5551"/>
                  </a:lnTo>
                  <a:lnTo>
                    <a:pt x="1628963" y="1387"/>
                  </a:lnTo>
                  <a:lnTo>
                    <a:pt x="1635260" y="0"/>
                  </a:lnTo>
                  <a:lnTo>
                    <a:pt x="1641557" y="1387"/>
                  </a:lnTo>
                  <a:lnTo>
                    <a:pt x="1646775" y="5551"/>
                  </a:lnTo>
                  <a:lnTo>
                    <a:pt x="1671359" y="37627"/>
                  </a:lnTo>
                  <a:lnTo>
                    <a:pt x="1636083" y="37627"/>
                  </a:lnTo>
                  <a:lnTo>
                    <a:pt x="36385" y="2124743"/>
                  </a:lnTo>
                  <a:close/>
                </a:path>
                <a:path w="3271520" h="2125345">
                  <a:moveTo>
                    <a:pt x="3270948" y="2124743"/>
                  </a:moveTo>
                  <a:lnTo>
                    <a:pt x="3235781" y="2124743"/>
                  </a:lnTo>
                  <a:lnTo>
                    <a:pt x="1636083" y="37627"/>
                  </a:lnTo>
                  <a:lnTo>
                    <a:pt x="1671359" y="37627"/>
                  </a:lnTo>
                  <a:lnTo>
                    <a:pt x="3270948" y="2124743"/>
                  </a:lnTo>
                  <a:close/>
                </a:path>
                <a:path w="3271520" h="2125345">
                  <a:moveTo>
                    <a:pt x="1570601" y="2124743"/>
                  </a:moveTo>
                  <a:lnTo>
                    <a:pt x="1534489" y="2124743"/>
                  </a:lnTo>
                  <a:lnTo>
                    <a:pt x="1623746" y="2008256"/>
                  </a:lnTo>
                  <a:lnTo>
                    <a:pt x="1628963" y="2004093"/>
                  </a:lnTo>
                  <a:lnTo>
                    <a:pt x="1635260" y="2002705"/>
                  </a:lnTo>
                  <a:lnTo>
                    <a:pt x="1641557" y="2004093"/>
                  </a:lnTo>
                  <a:lnTo>
                    <a:pt x="1646775" y="2008256"/>
                  </a:lnTo>
                  <a:lnTo>
                    <a:pt x="1671366" y="2040333"/>
                  </a:lnTo>
                  <a:lnTo>
                    <a:pt x="1635260" y="2040333"/>
                  </a:lnTo>
                  <a:lnTo>
                    <a:pt x="1570601" y="2124743"/>
                  </a:lnTo>
                  <a:close/>
                </a:path>
                <a:path w="3271520" h="2125345">
                  <a:moveTo>
                    <a:pt x="1736078" y="2124743"/>
                  </a:moveTo>
                  <a:lnTo>
                    <a:pt x="1699987" y="2124743"/>
                  </a:lnTo>
                  <a:lnTo>
                    <a:pt x="1635260" y="2040333"/>
                  </a:lnTo>
                  <a:lnTo>
                    <a:pt x="1671366" y="2040333"/>
                  </a:lnTo>
                  <a:lnTo>
                    <a:pt x="1736078" y="212474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323403" y="0"/>
            <a:ext cx="3641090" cy="2366645"/>
            <a:chOff x="7323403" y="0"/>
            <a:chExt cx="3641090" cy="23666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1376" y="0"/>
              <a:ext cx="3604810" cy="23514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23403" y="0"/>
              <a:ext cx="3641090" cy="2366645"/>
            </a:xfrm>
            <a:custGeom>
              <a:avLst/>
              <a:gdLst/>
              <a:ahLst/>
              <a:cxnLst/>
              <a:rect l="l" t="t" r="r" b="b"/>
              <a:pathLst>
                <a:path w="3641090" h="2366645">
                  <a:moveTo>
                    <a:pt x="36324" y="0"/>
                  </a:moveTo>
                  <a:lnTo>
                    <a:pt x="0" y="0"/>
                  </a:lnTo>
                  <a:lnTo>
                    <a:pt x="1808626" y="2360483"/>
                  </a:lnTo>
                  <a:lnTo>
                    <a:pt x="1813844" y="2364647"/>
                  </a:lnTo>
                  <a:lnTo>
                    <a:pt x="1820141" y="2366035"/>
                  </a:lnTo>
                  <a:lnTo>
                    <a:pt x="1826438" y="2364647"/>
                  </a:lnTo>
                  <a:lnTo>
                    <a:pt x="1831655" y="2360483"/>
                  </a:lnTo>
                  <a:lnTo>
                    <a:pt x="1856239" y="2328407"/>
                  </a:lnTo>
                  <a:lnTo>
                    <a:pt x="1820963" y="2328407"/>
                  </a:lnTo>
                  <a:lnTo>
                    <a:pt x="36324" y="0"/>
                  </a:lnTo>
                  <a:close/>
                </a:path>
                <a:path w="3641090" h="2366645">
                  <a:moveTo>
                    <a:pt x="3640758" y="0"/>
                  </a:moveTo>
                  <a:lnTo>
                    <a:pt x="3605603" y="0"/>
                  </a:lnTo>
                  <a:lnTo>
                    <a:pt x="1820963" y="2328407"/>
                  </a:lnTo>
                  <a:lnTo>
                    <a:pt x="1856239" y="2328407"/>
                  </a:lnTo>
                  <a:lnTo>
                    <a:pt x="3640758" y="0"/>
                  </a:lnTo>
                  <a:close/>
                </a:path>
                <a:path w="3641090" h="2366645">
                  <a:moveTo>
                    <a:pt x="1570647" y="0"/>
                  </a:moveTo>
                  <a:lnTo>
                    <a:pt x="1534481" y="0"/>
                  </a:lnTo>
                  <a:lnTo>
                    <a:pt x="1808626" y="357778"/>
                  </a:lnTo>
                  <a:lnTo>
                    <a:pt x="1813844" y="361942"/>
                  </a:lnTo>
                  <a:lnTo>
                    <a:pt x="1820141" y="363330"/>
                  </a:lnTo>
                  <a:lnTo>
                    <a:pt x="1826438" y="361942"/>
                  </a:lnTo>
                  <a:lnTo>
                    <a:pt x="1831655" y="357778"/>
                  </a:lnTo>
                  <a:lnTo>
                    <a:pt x="1856246" y="325702"/>
                  </a:lnTo>
                  <a:lnTo>
                    <a:pt x="1820141" y="325702"/>
                  </a:lnTo>
                  <a:lnTo>
                    <a:pt x="1570647" y="0"/>
                  </a:lnTo>
                  <a:close/>
                </a:path>
                <a:path w="3641090" h="2366645">
                  <a:moveTo>
                    <a:pt x="2105943" y="0"/>
                  </a:moveTo>
                  <a:lnTo>
                    <a:pt x="2069894" y="0"/>
                  </a:lnTo>
                  <a:lnTo>
                    <a:pt x="1820141" y="325702"/>
                  </a:lnTo>
                  <a:lnTo>
                    <a:pt x="1856246" y="325702"/>
                  </a:lnTo>
                  <a:lnTo>
                    <a:pt x="210594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45" dirty="0"/>
              <a:t>DESAFIO</a:t>
            </a:r>
            <a:r>
              <a:rPr dirty="0"/>
              <a:t> </a:t>
            </a:r>
            <a:r>
              <a:rPr spc="170" dirty="0"/>
              <a:t>EXTRA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8986" y="9463185"/>
            <a:ext cx="5610209" cy="6095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887" y="3925660"/>
            <a:ext cx="114300" cy="114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887" y="4763860"/>
            <a:ext cx="114300" cy="114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6887" y="5602060"/>
            <a:ext cx="114300" cy="1143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6887" y="6440260"/>
            <a:ext cx="114300" cy="1143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pc="-45" dirty="0"/>
              <a:t>Os</a:t>
            </a:r>
            <a:r>
              <a:rPr spc="-125" dirty="0"/>
              <a:t> </a:t>
            </a:r>
            <a:r>
              <a:rPr spc="-35" dirty="0"/>
              <a:t>alunos</a:t>
            </a:r>
            <a:r>
              <a:rPr spc="-125" dirty="0"/>
              <a:t> </a:t>
            </a:r>
            <a:r>
              <a:rPr spc="-25" dirty="0"/>
              <a:t>são</a:t>
            </a:r>
            <a:r>
              <a:rPr spc="-125" dirty="0"/>
              <a:t> </a:t>
            </a:r>
            <a:r>
              <a:rPr spc="-35" dirty="0"/>
              <a:t>encorajados</a:t>
            </a:r>
            <a:r>
              <a:rPr spc="-125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55" dirty="0"/>
              <a:t>expandir</a:t>
            </a:r>
            <a:r>
              <a:rPr spc="-125" dirty="0"/>
              <a:t> </a:t>
            </a:r>
            <a:r>
              <a:rPr dirty="0"/>
              <a:t>o</a:t>
            </a:r>
            <a:r>
              <a:rPr spc="-125" dirty="0"/>
              <a:t> </a:t>
            </a:r>
            <a:r>
              <a:rPr spc="-35" dirty="0"/>
              <a:t>projeto</a:t>
            </a:r>
            <a:r>
              <a:rPr spc="-125" dirty="0"/>
              <a:t> </a:t>
            </a:r>
            <a:r>
              <a:rPr dirty="0"/>
              <a:t>do</a:t>
            </a:r>
            <a:r>
              <a:rPr spc="-125" dirty="0"/>
              <a:t> </a:t>
            </a:r>
            <a:r>
              <a:rPr spc="-40" dirty="0"/>
              <a:t>velocímetro</a:t>
            </a:r>
            <a:r>
              <a:rPr spc="-125" dirty="0"/>
              <a:t> </a:t>
            </a:r>
            <a:r>
              <a:rPr spc="-75" dirty="0"/>
              <a:t>básico,</a:t>
            </a:r>
            <a:r>
              <a:rPr spc="-120" dirty="0"/>
              <a:t> </a:t>
            </a:r>
            <a:r>
              <a:rPr spc="-30" dirty="0"/>
              <a:t>implementando</a:t>
            </a:r>
            <a:r>
              <a:rPr spc="-125" dirty="0"/>
              <a:t> </a:t>
            </a:r>
            <a:r>
              <a:rPr spc="-10" dirty="0"/>
              <a:t>funcionalidades </a:t>
            </a:r>
            <a:r>
              <a:rPr spc="-50" dirty="0"/>
              <a:t>adicionais</a:t>
            </a:r>
            <a:r>
              <a:rPr spc="-130" dirty="0"/>
              <a:t> </a:t>
            </a:r>
            <a:r>
              <a:rPr dirty="0"/>
              <a:t>que</a:t>
            </a:r>
            <a:r>
              <a:rPr spc="-130" dirty="0"/>
              <a:t> </a:t>
            </a:r>
            <a:r>
              <a:rPr spc="-30" dirty="0"/>
              <a:t>enriqueçam</a:t>
            </a:r>
            <a:r>
              <a:rPr spc="-130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50" dirty="0"/>
              <a:t>aplicação.</a:t>
            </a:r>
            <a:r>
              <a:rPr spc="-130" dirty="0"/>
              <a:t> </a:t>
            </a:r>
            <a:r>
              <a:rPr spc="-75" dirty="0"/>
              <a:t>Algumas</a:t>
            </a:r>
            <a:r>
              <a:rPr spc="-130" dirty="0"/>
              <a:t> </a:t>
            </a:r>
            <a:r>
              <a:rPr spc="-45" dirty="0"/>
              <a:t>ideias</a:t>
            </a:r>
            <a:r>
              <a:rPr spc="-130" dirty="0"/>
              <a:t> </a:t>
            </a:r>
            <a:r>
              <a:rPr spc="-10" dirty="0"/>
              <a:t>incluem:</a:t>
            </a:r>
          </a:p>
          <a:p>
            <a:pPr marL="520700" indent="-295275">
              <a:lnSpc>
                <a:spcPct val="100000"/>
              </a:lnSpc>
              <a:spcBef>
                <a:spcPts val="480"/>
              </a:spcBef>
              <a:buFont typeface="Lucida Sans"/>
              <a:buAutoNum type="arabicPeriod"/>
              <a:tabLst>
                <a:tab pos="520700" algn="l"/>
              </a:tabLst>
            </a:pPr>
            <a:r>
              <a:rPr spc="-140" dirty="0">
                <a:latin typeface="Arial Black"/>
                <a:cs typeface="Arial Black"/>
              </a:rPr>
              <a:t>Indicadores</a:t>
            </a:r>
            <a:r>
              <a:rPr spc="-90" dirty="0">
                <a:latin typeface="Arial Black"/>
                <a:cs typeface="Arial Black"/>
              </a:rPr>
              <a:t> </a:t>
            </a:r>
            <a:r>
              <a:rPr spc="-40" dirty="0">
                <a:latin typeface="Arial Black"/>
                <a:cs typeface="Arial Black"/>
              </a:rPr>
              <a:t>Adicionais:</a:t>
            </a:r>
          </a:p>
          <a:p>
            <a:pPr marL="1032510">
              <a:lnSpc>
                <a:spcPct val="100000"/>
              </a:lnSpc>
              <a:spcBef>
                <a:spcPts val="480"/>
              </a:spcBef>
            </a:pPr>
            <a:r>
              <a:rPr spc="55" dirty="0"/>
              <a:t>RPM</a:t>
            </a:r>
            <a:r>
              <a:rPr spc="-125" dirty="0"/>
              <a:t> </a:t>
            </a:r>
            <a:r>
              <a:rPr dirty="0"/>
              <a:t>do</a:t>
            </a:r>
            <a:r>
              <a:rPr spc="-120" dirty="0"/>
              <a:t> </a:t>
            </a:r>
            <a:r>
              <a:rPr spc="-55" dirty="0"/>
              <a:t>motor,</a:t>
            </a:r>
            <a:r>
              <a:rPr spc="-120" dirty="0"/>
              <a:t> </a:t>
            </a:r>
            <a:r>
              <a:rPr spc="-20" dirty="0"/>
              <a:t>temperatura</a:t>
            </a:r>
            <a:r>
              <a:rPr spc="-120" dirty="0"/>
              <a:t> </a:t>
            </a:r>
            <a:r>
              <a:rPr dirty="0"/>
              <a:t>do</a:t>
            </a:r>
            <a:r>
              <a:rPr spc="-125" dirty="0"/>
              <a:t> </a:t>
            </a:r>
            <a:r>
              <a:rPr spc="-55" dirty="0"/>
              <a:t>motor,</a:t>
            </a:r>
            <a:r>
              <a:rPr spc="-114" dirty="0"/>
              <a:t> </a:t>
            </a:r>
            <a:r>
              <a:rPr spc="-50" dirty="0"/>
              <a:t>nível</a:t>
            </a:r>
            <a:r>
              <a:rPr spc="-120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spc="-60" dirty="0"/>
              <a:t>combustível,</a:t>
            </a:r>
            <a:r>
              <a:rPr spc="-120" dirty="0"/>
              <a:t> </a:t>
            </a:r>
            <a:r>
              <a:rPr spc="-20" dirty="0"/>
              <a:t>etc.</a:t>
            </a:r>
          </a:p>
          <a:p>
            <a:pPr marL="520700" indent="-295275">
              <a:lnSpc>
                <a:spcPct val="100000"/>
              </a:lnSpc>
              <a:spcBef>
                <a:spcPts val="480"/>
              </a:spcBef>
              <a:buFont typeface="Lucida Sans"/>
              <a:buAutoNum type="arabicPeriod" startAt="2"/>
              <a:tabLst>
                <a:tab pos="520700" algn="l"/>
              </a:tabLst>
            </a:pPr>
            <a:r>
              <a:rPr spc="-155" dirty="0">
                <a:latin typeface="Arial Black"/>
                <a:cs typeface="Arial Black"/>
              </a:rPr>
              <a:t>Gráficos</a:t>
            </a:r>
            <a:r>
              <a:rPr spc="-160" dirty="0">
                <a:latin typeface="Arial Black"/>
                <a:cs typeface="Arial Black"/>
              </a:rPr>
              <a:t> </a:t>
            </a:r>
            <a:r>
              <a:rPr spc="-180" dirty="0">
                <a:latin typeface="Arial Black"/>
                <a:cs typeface="Arial Black"/>
              </a:rPr>
              <a:t>e</a:t>
            </a:r>
            <a:r>
              <a:rPr spc="-155" dirty="0">
                <a:latin typeface="Arial Black"/>
                <a:cs typeface="Arial Black"/>
              </a:rPr>
              <a:t> </a:t>
            </a:r>
            <a:r>
              <a:rPr spc="-95" dirty="0">
                <a:latin typeface="Arial Black"/>
                <a:cs typeface="Arial Black"/>
              </a:rPr>
              <a:t>Estatísticas:</a:t>
            </a:r>
          </a:p>
          <a:p>
            <a:pPr marL="1032510">
              <a:lnSpc>
                <a:spcPct val="100000"/>
              </a:lnSpc>
              <a:spcBef>
                <a:spcPts val="480"/>
              </a:spcBef>
            </a:pPr>
            <a:r>
              <a:rPr spc="-55" dirty="0"/>
              <a:t>Autonomia,</a:t>
            </a:r>
            <a:r>
              <a:rPr spc="-125" dirty="0"/>
              <a:t> </a:t>
            </a:r>
            <a:r>
              <a:rPr spc="-40" dirty="0"/>
              <a:t>consumo</a:t>
            </a:r>
            <a:r>
              <a:rPr spc="-130" dirty="0"/>
              <a:t> </a:t>
            </a:r>
            <a:r>
              <a:rPr dirty="0"/>
              <a:t>de</a:t>
            </a:r>
            <a:r>
              <a:rPr spc="-125" dirty="0"/>
              <a:t> </a:t>
            </a:r>
            <a:r>
              <a:rPr spc="-60" dirty="0"/>
              <a:t>combustível,</a:t>
            </a:r>
            <a:r>
              <a:rPr spc="-125" dirty="0"/>
              <a:t> </a:t>
            </a:r>
            <a:r>
              <a:rPr spc="-20" dirty="0"/>
              <a:t>etc.</a:t>
            </a:r>
          </a:p>
          <a:p>
            <a:pPr marL="520700" indent="-295275">
              <a:lnSpc>
                <a:spcPct val="100000"/>
              </a:lnSpc>
              <a:spcBef>
                <a:spcPts val="480"/>
              </a:spcBef>
              <a:buFont typeface="Lucida Sans"/>
              <a:buAutoNum type="arabicPeriod" startAt="3"/>
              <a:tabLst>
                <a:tab pos="520700" algn="l"/>
              </a:tabLst>
            </a:pPr>
            <a:r>
              <a:rPr spc="-130" dirty="0">
                <a:latin typeface="Arial Black"/>
                <a:cs typeface="Arial Black"/>
              </a:rPr>
              <a:t>Alertas</a:t>
            </a:r>
            <a:r>
              <a:rPr spc="-155" dirty="0">
                <a:latin typeface="Arial Black"/>
                <a:cs typeface="Arial Black"/>
              </a:rPr>
              <a:t> </a:t>
            </a:r>
            <a:r>
              <a:rPr spc="-180" dirty="0">
                <a:latin typeface="Arial Black"/>
                <a:cs typeface="Arial Black"/>
              </a:rPr>
              <a:t>e</a:t>
            </a:r>
            <a:r>
              <a:rPr spc="-155" dirty="0">
                <a:latin typeface="Arial Black"/>
                <a:cs typeface="Arial Black"/>
              </a:rPr>
              <a:t> </a:t>
            </a:r>
            <a:r>
              <a:rPr spc="-70" dirty="0">
                <a:latin typeface="Arial Black"/>
                <a:cs typeface="Arial Black"/>
              </a:rPr>
              <a:t>Notificações:</a:t>
            </a:r>
          </a:p>
          <a:p>
            <a:pPr marL="1032510">
              <a:lnSpc>
                <a:spcPct val="100000"/>
              </a:lnSpc>
              <a:spcBef>
                <a:spcPts val="480"/>
              </a:spcBef>
            </a:pPr>
            <a:r>
              <a:rPr spc="-50" dirty="0"/>
              <a:t>Alertas</a:t>
            </a:r>
            <a:r>
              <a:rPr spc="-114" dirty="0"/>
              <a:t> </a:t>
            </a:r>
            <a:r>
              <a:rPr dirty="0"/>
              <a:t>para</a:t>
            </a:r>
            <a:r>
              <a:rPr spc="-110" dirty="0"/>
              <a:t> </a:t>
            </a:r>
            <a:r>
              <a:rPr spc="-40" dirty="0"/>
              <a:t>velocidade</a:t>
            </a:r>
            <a:r>
              <a:rPr spc="-114" dirty="0"/>
              <a:t> </a:t>
            </a:r>
            <a:r>
              <a:rPr spc="-75" dirty="0"/>
              <a:t>excessiva,</a:t>
            </a:r>
            <a:r>
              <a:rPr spc="-105" dirty="0"/>
              <a:t> </a:t>
            </a:r>
            <a:r>
              <a:rPr spc="-20" dirty="0"/>
              <a:t>temperatura</a:t>
            </a:r>
            <a:r>
              <a:rPr spc="-114" dirty="0"/>
              <a:t> </a:t>
            </a:r>
            <a:r>
              <a:rPr spc="-65" dirty="0"/>
              <a:t>alta,</a:t>
            </a:r>
            <a:r>
              <a:rPr spc="-105" dirty="0"/>
              <a:t> </a:t>
            </a:r>
            <a:r>
              <a:rPr spc="-50" dirty="0"/>
              <a:t>nível</a:t>
            </a:r>
            <a:r>
              <a:rPr spc="-110" dirty="0"/>
              <a:t> </a:t>
            </a:r>
            <a:r>
              <a:rPr spc="-75" dirty="0"/>
              <a:t>baixo</a:t>
            </a:r>
            <a:r>
              <a:rPr spc="-11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60" dirty="0"/>
              <a:t>combustível,</a:t>
            </a:r>
            <a:r>
              <a:rPr spc="-105" dirty="0"/>
              <a:t> </a:t>
            </a:r>
            <a:r>
              <a:rPr spc="-20" dirty="0"/>
              <a:t>etc.</a:t>
            </a:r>
          </a:p>
          <a:p>
            <a:pPr marL="520700" indent="-295275">
              <a:lnSpc>
                <a:spcPct val="100000"/>
              </a:lnSpc>
              <a:spcBef>
                <a:spcPts val="480"/>
              </a:spcBef>
              <a:buFont typeface="Lucida Sans"/>
              <a:buAutoNum type="arabicPeriod" startAt="4"/>
              <a:tabLst>
                <a:tab pos="520700" algn="l"/>
              </a:tabLst>
            </a:pPr>
            <a:r>
              <a:rPr spc="-150" dirty="0">
                <a:latin typeface="Arial Black"/>
                <a:cs typeface="Arial Black"/>
              </a:rPr>
              <a:t>Personalização</a:t>
            </a:r>
            <a:r>
              <a:rPr spc="-135" dirty="0">
                <a:latin typeface="Arial Black"/>
                <a:cs typeface="Arial Black"/>
              </a:rPr>
              <a:t> </a:t>
            </a:r>
            <a:r>
              <a:rPr spc="-120" dirty="0">
                <a:latin typeface="Arial Black"/>
                <a:cs typeface="Arial Black"/>
              </a:rPr>
              <a:t>da</a:t>
            </a:r>
            <a:r>
              <a:rPr spc="-130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Interface:</a:t>
            </a:r>
          </a:p>
          <a:p>
            <a:pPr marL="1032510">
              <a:lnSpc>
                <a:spcPct val="100000"/>
              </a:lnSpc>
              <a:spcBef>
                <a:spcPts val="480"/>
              </a:spcBef>
            </a:pPr>
            <a:r>
              <a:rPr spc="-85" dirty="0"/>
              <a:t>Temas,</a:t>
            </a:r>
            <a:r>
              <a:rPr spc="-95" dirty="0"/>
              <a:t> </a:t>
            </a:r>
            <a:r>
              <a:rPr spc="-60" dirty="0"/>
              <a:t>cores,</a:t>
            </a:r>
            <a:r>
              <a:rPr spc="-95" dirty="0"/>
              <a:t> </a:t>
            </a:r>
            <a:r>
              <a:rPr spc="-50" dirty="0"/>
              <a:t>layouts</a:t>
            </a:r>
            <a:r>
              <a:rPr spc="-95" dirty="0"/>
              <a:t> </a:t>
            </a:r>
            <a:r>
              <a:rPr spc="-10" dirty="0"/>
              <a:t>personalizáveis.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pc="-10" dirty="0"/>
          </a:p>
          <a:p>
            <a:pPr marL="12700" marR="358140">
              <a:lnSpc>
                <a:spcPct val="117000"/>
              </a:lnSpc>
            </a:pPr>
            <a:r>
              <a:rPr spc="-45" dirty="0"/>
              <a:t>Os</a:t>
            </a:r>
            <a:r>
              <a:rPr spc="-125" dirty="0"/>
              <a:t> </a:t>
            </a:r>
            <a:r>
              <a:rPr spc="-35" dirty="0"/>
              <a:t>alunos</a:t>
            </a:r>
            <a:r>
              <a:rPr spc="-120" dirty="0"/>
              <a:t> </a:t>
            </a:r>
            <a:r>
              <a:rPr spc="-10" dirty="0"/>
              <a:t>têm</a:t>
            </a:r>
            <a:r>
              <a:rPr spc="-125" dirty="0"/>
              <a:t> </a:t>
            </a:r>
            <a:r>
              <a:rPr spc="-30" dirty="0"/>
              <a:t>liberdade</a:t>
            </a:r>
            <a:r>
              <a:rPr spc="-120" dirty="0"/>
              <a:t> </a:t>
            </a:r>
            <a:r>
              <a:rPr dirty="0"/>
              <a:t>para</a:t>
            </a:r>
            <a:r>
              <a:rPr spc="-120" dirty="0"/>
              <a:t> </a:t>
            </a:r>
            <a:r>
              <a:rPr spc="-20" dirty="0"/>
              <a:t>pensar</a:t>
            </a:r>
            <a:r>
              <a:rPr spc="-125" dirty="0"/>
              <a:t> </a:t>
            </a:r>
            <a:r>
              <a:rPr spc="-35" dirty="0"/>
              <a:t>criativamente</a:t>
            </a:r>
            <a:r>
              <a:rPr spc="-120" dirty="0"/>
              <a:t> </a:t>
            </a:r>
            <a:r>
              <a:rPr dirty="0"/>
              <a:t>e</a:t>
            </a:r>
            <a:r>
              <a:rPr spc="-125" dirty="0"/>
              <a:t> </a:t>
            </a:r>
            <a:r>
              <a:rPr spc="-30" dirty="0"/>
              <a:t>implementar</a:t>
            </a:r>
            <a:r>
              <a:rPr spc="-120" dirty="0"/>
              <a:t> </a:t>
            </a:r>
            <a:r>
              <a:rPr spc="-25" dirty="0"/>
              <a:t>qualquer</a:t>
            </a:r>
            <a:r>
              <a:rPr spc="-120" dirty="0"/>
              <a:t> </a:t>
            </a:r>
            <a:r>
              <a:rPr spc="-45" dirty="0"/>
              <a:t>funcionalidade</a:t>
            </a:r>
            <a:r>
              <a:rPr spc="-125" dirty="0"/>
              <a:t> </a:t>
            </a:r>
            <a:r>
              <a:rPr spc="-10" dirty="0"/>
              <a:t>adicional </a:t>
            </a:r>
            <a:r>
              <a:rPr dirty="0"/>
              <a:t>que</a:t>
            </a:r>
            <a:r>
              <a:rPr spc="-140" dirty="0"/>
              <a:t> </a:t>
            </a:r>
            <a:r>
              <a:rPr spc="-35" dirty="0"/>
              <a:t>considerem</a:t>
            </a:r>
            <a:r>
              <a:rPr spc="-140" dirty="0"/>
              <a:t> </a:t>
            </a:r>
            <a:r>
              <a:rPr spc="-35" dirty="0"/>
              <a:t>interessante</a:t>
            </a:r>
            <a:r>
              <a:rPr spc="-135" dirty="0"/>
              <a:t> </a:t>
            </a:r>
            <a:r>
              <a:rPr dirty="0"/>
              <a:t>e</a:t>
            </a:r>
            <a:r>
              <a:rPr spc="-140" dirty="0"/>
              <a:t> </a:t>
            </a:r>
            <a:r>
              <a:rPr spc="-20" dirty="0"/>
              <a:t>relevante</a:t>
            </a:r>
            <a:r>
              <a:rPr spc="-140" dirty="0"/>
              <a:t> </a:t>
            </a:r>
            <a:r>
              <a:rPr dirty="0"/>
              <a:t>para</a:t>
            </a:r>
            <a:r>
              <a:rPr spc="-135" dirty="0"/>
              <a:t> </a:t>
            </a:r>
            <a:r>
              <a:rPr dirty="0"/>
              <a:t>um</a:t>
            </a:r>
            <a:r>
              <a:rPr spc="-140" dirty="0"/>
              <a:t> </a:t>
            </a:r>
            <a:r>
              <a:rPr spc="-25" dirty="0"/>
              <a:t>dashboard</a:t>
            </a:r>
            <a:r>
              <a:rPr spc="-14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spc="-10" dirty="0"/>
              <a:t>veículo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8986" y="9673741"/>
              <a:ext cx="5610209" cy="609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98772" y="0"/>
              <a:ext cx="1390649" cy="8181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572" y="443727"/>
            <a:ext cx="16668749" cy="86201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98772" y="0"/>
            <a:ext cx="1390649" cy="8181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150" y="0"/>
            <a:ext cx="18230850" cy="10287000"/>
            <a:chOff x="57150" y="0"/>
            <a:chExt cx="1823085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8772" y="0"/>
              <a:ext cx="1390649" cy="8181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" y="0"/>
              <a:ext cx="18230849" cy="10286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986" y="9673741"/>
              <a:ext cx="5610209" cy="609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3208" y="303797"/>
              <a:ext cx="1685924" cy="561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144000" y="0"/>
            <a:ext cx="9144000" cy="6934200"/>
            <a:chOff x="9144000" y="0"/>
            <a:chExt cx="9144000" cy="693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2872" y="0"/>
              <a:ext cx="9105127" cy="68960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4000" y="0"/>
              <a:ext cx="9144000" cy="6934200"/>
            </a:xfrm>
            <a:custGeom>
              <a:avLst/>
              <a:gdLst/>
              <a:ahLst/>
              <a:cxnLst/>
              <a:rect l="l" t="t" r="r" b="b"/>
              <a:pathLst>
                <a:path w="9144000" h="6934200">
                  <a:moveTo>
                    <a:pt x="6213242" y="6819899"/>
                  </a:moveTo>
                  <a:lnTo>
                    <a:pt x="5652702" y="6819899"/>
                  </a:lnTo>
                  <a:lnTo>
                    <a:pt x="5010073" y="6667499"/>
                  </a:lnTo>
                  <a:lnTo>
                    <a:pt x="4957585" y="6642099"/>
                  </a:lnTo>
                  <a:lnTo>
                    <a:pt x="4801161" y="6603999"/>
                  </a:lnTo>
                  <a:lnTo>
                    <a:pt x="4749373" y="6578599"/>
                  </a:lnTo>
                  <a:lnTo>
                    <a:pt x="4697764" y="6565899"/>
                  </a:lnTo>
                  <a:lnTo>
                    <a:pt x="4646336" y="6540499"/>
                  </a:lnTo>
                  <a:lnTo>
                    <a:pt x="4544030" y="6515099"/>
                  </a:lnTo>
                  <a:lnTo>
                    <a:pt x="4442471" y="6464299"/>
                  </a:lnTo>
                  <a:lnTo>
                    <a:pt x="4391976" y="6451599"/>
                  </a:lnTo>
                  <a:lnTo>
                    <a:pt x="4341672" y="6426199"/>
                  </a:lnTo>
                  <a:lnTo>
                    <a:pt x="4291562" y="6413499"/>
                  </a:lnTo>
                  <a:lnTo>
                    <a:pt x="4191931" y="6362699"/>
                  </a:lnTo>
                  <a:lnTo>
                    <a:pt x="4142414" y="6349999"/>
                  </a:lnTo>
                  <a:lnTo>
                    <a:pt x="3995073" y="6273799"/>
                  </a:lnTo>
                  <a:lnTo>
                    <a:pt x="3946369" y="6261099"/>
                  </a:lnTo>
                  <a:lnTo>
                    <a:pt x="3706010" y="6134099"/>
                  </a:lnTo>
                  <a:lnTo>
                    <a:pt x="3378675" y="5956299"/>
                  </a:lnTo>
                  <a:lnTo>
                    <a:pt x="3332817" y="5918199"/>
                  </a:lnTo>
                  <a:lnTo>
                    <a:pt x="3196639" y="5841999"/>
                  </a:lnTo>
                  <a:lnTo>
                    <a:pt x="3151718" y="5803899"/>
                  </a:lnTo>
                  <a:lnTo>
                    <a:pt x="3062593" y="5753099"/>
                  </a:lnTo>
                  <a:lnTo>
                    <a:pt x="3018394" y="5714999"/>
                  </a:lnTo>
                  <a:lnTo>
                    <a:pt x="2974438" y="5689599"/>
                  </a:lnTo>
                  <a:lnTo>
                    <a:pt x="2930728" y="5651499"/>
                  </a:lnTo>
                  <a:lnTo>
                    <a:pt x="2844052" y="5600699"/>
                  </a:lnTo>
                  <a:lnTo>
                    <a:pt x="2758382" y="5524499"/>
                  </a:lnTo>
                  <a:lnTo>
                    <a:pt x="2715928" y="5499099"/>
                  </a:lnTo>
                  <a:lnTo>
                    <a:pt x="2673731" y="5460999"/>
                  </a:lnTo>
                  <a:lnTo>
                    <a:pt x="2631792" y="5435599"/>
                  </a:lnTo>
                  <a:lnTo>
                    <a:pt x="2548697" y="5359399"/>
                  </a:lnTo>
                  <a:lnTo>
                    <a:pt x="2507544" y="5333999"/>
                  </a:lnTo>
                  <a:lnTo>
                    <a:pt x="2426037" y="5257799"/>
                  </a:lnTo>
                  <a:lnTo>
                    <a:pt x="2385687" y="5232399"/>
                  </a:lnTo>
                  <a:lnTo>
                    <a:pt x="2305800" y="5156199"/>
                  </a:lnTo>
                  <a:lnTo>
                    <a:pt x="2227013" y="5079999"/>
                  </a:lnTo>
                  <a:lnTo>
                    <a:pt x="2188035" y="5054599"/>
                  </a:lnTo>
                  <a:lnTo>
                    <a:pt x="2149337" y="5016499"/>
                  </a:lnTo>
                  <a:lnTo>
                    <a:pt x="2072789" y="4940299"/>
                  </a:lnTo>
                  <a:lnTo>
                    <a:pt x="1997383" y="4864099"/>
                  </a:lnTo>
                  <a:lnTo>
                    <a:pt x="1923132" y="4787899"/>
                  </a:lnTo>
                  <a:lnTo>
                    <a:pt x="1850052" y="4711699"/>
                  </a:lnTo>
                  <a:lnTo>
                    <a:pt x="1778156" y="4635499"/>
                  </a:lnTo>
                  <a:lnTo>
                    <a:pt x="1742657" y="4584699"/>
                  </a:lnTo>
                  <a:lnTo>
                    <a:pt x="1672565" y="4508499"/>
                  </a:lnTo>
                  <a:lnTo>
                    <a:pt x="1603694" y="4432299"/>
                  </a:lnTo>
                  <a:lnTo>
                    <a:pt x="1569721" y="4381499"/>
                  </a:lnTo>
                  <a:lnTo>
                    <a:pt x="1536058" y="4343399"/>
                  </a:lnTo>
                  <a:lnTo>
                    <a:pt x="1502708" y="4305299"/>
                  </a:lnTo>
                  <a:lnTo>
                    <a:pt x="1469671" y="4267199"/>
                  </a:lnTo>
                  <a:lnTo>
                    <a:pt x="1436951" y="4216399"/>
                  </a:lnTo>
                  <a:lnTo>
                    <a:pt x="1404548" y="4178299"/>
                  </a:lnTo>
                  <a:lnTo>
                    <a:pt x="1372465" y="4140199"/>
                  </a:lnTo>
                  <a:lnTo>
                    <a:pt x="1340703" y="4089399"/>
                  </a:lnTo>
                  <a:lnTo>
                    <a:pt x="1309264" y="4051299"/>
                  </a:lnTo>
                  <a:lnTo>
                    <a:pt x="1278151" y="4000499"/>
                  </a:lnTo>
                  <a:lnTo>
                    <a:pt x="1247363" y="3962399"/>
                  </a:lnTo>
                  <a:lnTo>
                    <a:pt x="1216905" y="3911599"/>
                  </a:lnTo>
                  <a:lnTo>
                    <a:pt x="1186777" y="3873499"/>
                  </a:lnTo>
                  <a:lnTo>
                    <a:pt x="1156980" y="3822699"/>
                  </a:lnTo>
                  <a:lnTo>
                    <a:pt x="1127518" y="3784599"/>
                  </a:lnTo>
                  <a:lnTo>
                    <a:pt x="1098392" y="3733799"/>
                  </a:lnTo>
                  <a:lnTo>
                    <a:pt x="1069602" y="3695699"/>
                  </a:lnTo>
                  <a:lnTo>
                    <a:pt x="1041153" y="3644899"/>
                  </a:lnTo>
                  <a:lnTo>
                    <a:pt x="1013044" y="3606799"/>
                  </a:lnTo>
                  <a:lnTo>
                    <a:pt x="985278" y="3555999"/>
                  </a:lnTo>
                  <a:lnTo>
                    <a:pt x="957857" y="3505199"/>
                  </a:lnTo>
                  <a:lnTo>
                    <a:pt x="930782" y="3467099"/>
                  </a:lnTo>
                  <a:lnTo>
                    <a:pt x="904056" y="3416299"/>
                  </a:lnTo>
                  <a:lnTo>
                    <a:pt x="877680" y="3365499"/>
                  </a:lnTo>
                  <a:lnTo>
                    <a:pt x="851655" y="3327399"/>
                  </a:lnTo>
                  <a:lnTo>
                    <a:pt x="825985" y="3276599"/>
                  </a:lnTo>
                  <a:lnTo>
                    <a:pt x="800669" y="3225799"/>
                  </a:lnTo>
                  <a:lnTo>
                    <a:pt x="775711" y="3187699"/>
                  </a:lnTo>
                  <a:lnTo>
                    <a:pt x="751113" y="3136899"/>
                  </a:lnTo>
                  <a:lnTo>
                    <a:pt x="726874" y="3086099"/>
                  </a:lnTo>
                  <a:lnTo>
                    <a:pt x="702999" y="3035299"/>
                  </a:lnTo>
                  <a:lnTo>
                    <a:pt x="679488" y="2984499"/>
                  </a:lnTo>
                  <a:lnTo>
                    <a:pt x="656343" y="2946399"/>
                  </a:lnTo>
                  <a:lnTo>
                    <a:pt x="633567" y="2895599"/>
                  </a:lnTo>
                  <a:lnTo>
                    <a:pt x="611160" y="2844799"/>
                  </a:lnTo>
                  <a:lnTo>
                    <a:pt x="589125" y="2793999"/>
                  </a:lnTo>
                  <a:lnTo>
                    <a:pt x="567463" y="2743199"/>
                  </a:lnTo>
                  <a:lnTo>
                    <a:pt x="546177" y="2692399"/>
                  </a:lnTo>
                  <a:lnTo>
                    <a:pt x="525267" y="2641599"/>
                  </a:lnTo>
                  <a:lnTo>
                    <a:pt x="504737" y="2590799"/>
                  </a:lnTo>
                  <a:lnTo>
                    <a:pt x="484587" y="2539999"/>
                  </a:lnTo>
                  <a:lnTo>
                    <a:pt x="464819" y="2489199"/>
                  </a:lnTo>
                  <a:lnTo>
                    <a:pt x="445436" y="2438399"/>
                  </a:lnTo>
                  <a:lnTo>
                    <a:pt x="426438" y="2387599"/>
                  </a:lnTo>
                  <a:lnTo>
                    <a:pt x="407829" y="2336799"/>
                  </a:lnTo>
                  <a:lnTo>
                    <a:pt x="389609" y="2285999"/>
                  </a:lnTo>
                  <a:lnTo>
                    <a:pt x="371781" y="2235199"/>
                  </a:lnTo>
                  <a:lnTo>
                    <a:pt x="354345" y="2184399"/>
                  </a:lnTo>
                  <a:lnTo>
                    <a:pt x="337305" y="2133599"/>
                  </a:lnTo>
                  <a:lnTo>
                    <a:pt x="320662" y="2082799"/>
                  </a:lnTo>
                  <a:lnTo>
                    <a:pt x="304417" y="2031999"/>
                  </a:lnTo>
                  <a:lnTo>
                    <a:pt x="288572" y="1981199"/>
                  </a:lnTo>
                  <a:lnTo>
                    <a:pt x="273130" y="1930399"/>
                  </a:lnTo>
                  <a:lnTo>
                    <a:pt x="258092" y="1866899"/>
                  </a:lnTo>
                  <a:lnTo>
                    <a:pt x="243459" y="1816099"/>
                  </a:lnTo>
                  <a:lnTo>
                    <a:pt x="229234" y="1765299"/>
                  </a:lnTo>
                  <a:lnTo>
                    <a:pt x="215419" y="1714499"/>
                  </a:lnTo>
                  <a:lnTo>
                    <a:pt x="202015" y="1663699"/>
                  </a:lnTo>
                  <a:lnTo>
                    <a:pt x="189023" y="1612899"/>
                  </a:lnTo>
                  <a:lnTo>
                    <a:pt x="176447" y="1549399"/>
                  </a:lnTo>
                  <a:lnTo>
                    <a:pt x="164287" y="1498599"/>
                  </a:lnTo>
                  <a:lnTo>
                    <a:pt x="152545" y="1447799"/>
                  </a:lnTo>
                  <a:lnTo>
                    <a:pt x="141224" y="1396999"/>
                  </a:lnTo>
                  <a:lnTo>
                    <a:pt x="130324" y="1333499"/>
                  </a:lnTo>
                  <a:lnTo>
                    <a:pt x="119849" y="1282699"/>
                  </a:lnTo>
                  <a:lnTo>
                    <a:pt x="109798" y="1231899"/>
                  </a:lnTo>
                  <a:lnTo>
                    <a:pt x="100176" y="1168399"/>
                  </a:lnTo>
                  <a:lnTo>
                    <a:pt x="90982" y="1117599"/>
                  </a:lnTo>
                  <a:lnTo>
                    <a:pt x="82219" y="1066799"/>
                  </a:lnTo>
                  <a:lnTo>
                    <a:pt x="73889" y="1003299"/>
                  </a:lnTo>
                  <a:lnTo>
                    <a:pt x="65994" y="952499"/>
                  </a:lnTo>
                  <a:lnTo>
                    <a:pt x="58535" y="901699"/>
                  </a:lnTo>
                  <a:lnTo>
                    <a:pt x="51514" y="838199"/>
                  </a:lnTo>
                  <a:lnTo>
                    <a:pt x="44933" y="787399"/>
                  </a:lnTo>
                  <a:lnTo>
                    <a:pt x="38794" y="736599"/>
                  </a:lnTo>
                  <a:lnTo>
                    <a:pt x="33098" y="673099"/>
                  </a:lnTo>
                  <a:lnTo>
                    <a:pt x="27848" y="622299"/>
                  </a:lnTo>
                  <a:lnTo>
                    <a:pt x="23045" y="558799"/>
                  </a:lnTo>
                  <a:lnTo>
                    <a:pt x="18690" y="507999"/>
                  </a:lnTo>
                  <a:lnTo>
                    <a:pt x="14787" y="444499"/>
                  </a:lnTo>
                  <a:lnTo>
                    <a:pt x="11335" y="393699"/>
                  </a:lnTo>
                  <a:lnTo>
                    <a:pt x="8339" y="330199"/>
                  </a:lnTo>
                  <a:lnTo>
                    <a:pt x="5798" y="279399"/>
                  </a:lnTo>
                  <a:lnTo>
                    <a:pt x="3715" y="228599"/>
                  </a:lnTo>
                  <a:lnTo>
                    <a:pt x="2092" y="165099"/>
                  </a:lnTo>
                  <a:lnTo>
                    <a:pt x="931" y="114299"/>
                  </a:lnTo>
                  <a:lnTo>
                    <a:pt x="232" y="50799"/>
                  </a:lnTo>
                  <a:lnTo>
                    <a:pt x="0" y="0"/>
                  </a:lnTo>
                  <a:lnTo>
                    <a:pt x="77746" y="0"/>
                  </a:lnTo>
                  <a:lnTo>
                    <a:pt x="77976" y="50799"/>
                  </a:lnTo>
                  <a:lnTo>
                    <a:pt x="78667" y="101599"/>
                  </a:lnTo>
                  <a:lnTo>
                    <a:pt x="79816" y="165099"/>
                  </a:lnTo>
                  <a:lnTo>
                    <a:pt x="81422" y="215899"/>
                  </a:lnTo>
                  <a:lnTo>
                    <a:pt x="83482" y="279399"/>
                  </a:lnTo>
                  <a:lnTo>
                    <a:pt x="85996" y="330199"/>
                  </a:lnTo>
                  <a:lnTo>
                    <a:pt x="88960" y="393699"/>
                  </a:lnTo>
                  <a:lnTo>
                    <a:pt x="92374" y="444499"/>
                  </a:lnTo>
                  <a:lnTo>
                    <a:pt x="96236" y="495299"/>
                  </a:lnTo>
                  <a:lnTo>
                    <a:pt x="100544" y="558799"/>
                  </a:lnTo>
                  <a:lnTo>
                    <a:pt x="105296" y="609599"/>
                  </a:lnTo>
                  <a:lnTo>
                    <a:pt x="110490" y="660399"/>
                  </a:lnTo>
                  <a:lnTo>
                    <a:pt x="116124" y="723899"/>
                  </a:lnTo>
                  <a:lnTo>
                    <a:pt x="122197" y="774699"/>
                  </a:lnTo>
                  <a:lnTo>
                    <a:pt x="128708" y="838199"/>
                  </a:lnTo>
                  <a:lnTo>
                    <a:pt x="135653" y="888999"/>
                  </a:lnTo>
                  <a:lnTo>
                    <a:pt x="143032" y="939799"/>
                  </a:lnTo>
                  <a:lnTo>
                    <a:pt x="150842" y="990599"/>
                  </a:lnTo>
                  <a:lnTo>
                    <a:pt x="159083" y="1054099"/>
                  </a:lnTo>
                  <a:lnTo>
                    <a:pt x="167751" y="1104899"/>
                  </a:lnTo>
                  <a:lnTo>
                    <a:pt x="176846" y="1155699"/>
                  </a:lnTo>
                  <a:lnTo>
                    <a:pt x="186365" y="1219199"/>
                  </a:lnTo>
                  <a:lnTo>
                    <a:pt x="196307" y="1269999"/>
                  </a:lnTo>
                  <a:lnTo>
                    <a:pt x="206670" y="1320799"/>
                  </a:lnTo>
                  <a:lnTo>
                    <a:pt x="217452" y="1371599"/>
                  </a:lnTo>
                  <a:lnTo>
                    <a:pt x="228651" y="1422399"/>
                  </a:lnTo>
                  <a:lnTo>
                    <a:pt x="240266" y="1485899"/>
                  </a:lnTo>
                  <a:lnTo>
                    <a:pt x="252295" y="1536699"/>
                  </a:lnTo>
                  <a:lnTo>
                    <a:pt x="264736" y="1587499"/>
                  </a:lnTo>
                  <a:lnTo>
                    <a:pt x="277587" y="1638299"/>
                  </a:lnTo>
                  <a:lnTo>
                    <a:pt x="290847" y="1689099"/>
                  </a:lnTo>
                  <a:lnTo>
                    <a:pt x="304513" y="1752599"/>
                  </a:lnTo>
                  <a:lnTo>
                    <a:pt x="318584" y="1803399"/>
                  </a:lnTo>
                  <a:lnTo>
                    <a:pt x="333059" y="1854199"/>
                  </a:lnTo>
                  <a:lnTo>
                    <a:pt x="347934" y="1904999"/>
                  </a:lnTo>
                  <a:lnTo>
                    <a:pt x="363210" y="1955799"/>
                  </a:lnTo>
                  <a:lnTo>
                    <a:pt x="378883" y="2006599"/>
                  </a:lnTo>
                  <a:lnTo>
                    <a:pt x="394952" y="2057399"/>
                  </a:lnTo>
                  <a:lnTo>
                    <a:pt x="411415" y="2108199"/>
                  </a:lnTo>
                  <a:lnTo>
                    <a:pt x="428271" y="2158999"/>
                  </a:lnTo>
                  <a:lnTo>
                    <a:pt x="445518" y="2209799"/>
                  </a:lnTo>
                  <a:lnTo>
                    <a:pt x="463153" y="2260599"/>
                  </a:lnTo>
                  <a:lnTo>
                    <a:pt x="481175" y="2311399"/>
                  </a:lnTo>
                  <a:lnTo>
                    <a:pt x="499583" y="2362199"/>
                  </a:lnTo>
                  <a:lnTo>
                    <a:pt x="518375" y="2412999"/>
                  </a:lnTo>
                  <a:lnTo>
                    <a:pt x="537548" y="2463799"/>
                  </a:lnTo>
                  <a:lnTo>
                    <a:pt x="557101" y="2514599"/>
                  </a:lnTo>
                  <a:lnTo>
                    <a:pt x="577032" y="2565399"/>
                  </a:lnTo>
                  <a:lnTo>
                    <a:pt x="597340" y="2616199"/>
                  </a:lnTo>
                  <a:lnTo>
                    <a:pt x="618023" y="2666999"/>
                  </a:lnTo>
                  <a:lnTo>
                    <a:pt x="639078" y="2717799"/>
                  </a:lnTo>
                  <a:lnTo>
                    <a:pt x="660504" y="2755899"/>
                  </a:lnTo>
                  <a:lnTo>
                    <a:pt x="682300" y="2806699"/>
                  </a:lnTo>
                  <a:lnTo>
                    <a:pt x="704463" y="2857499"/>
                  </a:lnTo>
                  <a:lnTo>
                    <a:pt x="726992" y="2908299"/>
                  </a:lnTo>
                  <a:lnTo>
                    <a:pt x="749885" y="2959099"/>
                  </a:lnTo>
                  <a:lnTo>
                    <a:pt x="773140" y="2997199"/>
                  </a:lnTo>
                  <a:lnTo>
                    <a:pt x="796756" y="3047999"/>
                  </a:lnTo>
                  <a:lnTo>
                    <a:pt x="820730" y="3098799"/>
                  </a:lnTo>
                  <a:lnTo>
                    <a:pt x="845061" y="3149599"/>
                  </a:lnTo>
                  <a:lnTo>
                    <a:pt x="869747" y="3187699"/>
                  </a:lnTo>
                  <a:lnTo>
                    <a:pt x="894787" y="3238499"/>
                  </a:lnTo>
                  <a:lnTo>
                    <a:pt x="920178" y="3289299"/>
                  </a:lnTo>
                  <a:lnTo>
                    <a:pt x="945918" y="3327399"/>
                  </a:lnTo>
                  <a:lnTo>
                    <a:pt x="972007" y="3378199"/>
                  </a:lnTo>
                  <a:lnTo>
                    <a:pt x="998442" y="3428999"/>
                  </a:lnTo>
                  <a:lnTo>
                    <a:pt x="1025221" y="3467099"/>
                  </a:lnTo>
                  <a:lnTo>
                    <a:pt x="1052342" y="3517899"/>
                  </a:lnTo>
                  <a:lnTo>
                    <a:pt x="1079805" y="3555999"/>
                  </a:lnTo>
                  <a:lnTo>
                    <a:pt x="1107606" y="3606799"/>
                  </a:lnTo>
                  <a:lnTo>
                    <a:pt x="1135745" y="3657599"/>
                  </a:lnTo>
                  <a:lnTo>
                    <a:pt x="1164220" y="3695699"/>
                  </a:lnTo>
                  <a:lnTo>
                    <a:pt x="1193028" y="3746499"/>
                  </a:lnTo>
                  <a:lnTo>
                    <a:pt x="1222168" y="3784599"/>
                  </a:lnTo>
                  <a:lnTo>
                    <a:pt x="1251638" y="3822699"/>
                  </a:lnTo>
                  <a:lnTo>
                    <a:pt x="1281436" y="3873499"/>
                  </a:lnTo>
                  <a:lnTo>
                    <a:pt x="1311561" y="3911599"/>
                  </a:lnTo>
                  <a:lnTo>
                    <a:pt x="1342011" y="3962399"/>
                  </a:lnTo>
                  <a:lnTo>
                    <a:pt x="1372784" y="4000499"/>
                  </a:lnTo>
                  <a:lnTo>
                    <a:pt x="1403878" y="4038599"/>
                  </a:lnTo>
                  <a:lnTo>
                    <a:pt x="1435291" y="4089399"/>
                  </a:lnTo>
                  <a:lnTo>
                    <a:pt x="1467022" y="4127499"/>
                  </a:lnTo>
                  <a:lnTo>
                    <a:pt x="1499069" y="4165599"/>
                  </a:lnTo>
                  <a:lnTo>
                    <a:pt x="1531430" y="4216399"/>
                  </a:lnTo>
                  <a:lnTo>
                    <a:pt x="1564104" y="4254499"/>
                  </a:lnTo>
                  <a:lnTo>
                    <a:pt x="1597088" y="4292599"/>
                  </a:lnTo>
                  <a:lnTo>
                    <a:pt x="1630381" y="4330699"/>
                  </a:lnTo>
                  <a:lnTo>
                    <a:pt x="1663981" y="4381499"/>
                  </a:lnTo>
                  <a:lnTo>
                    <a:pt x="1732094" y="4457699"/>
                  </a:lnTo>
                  <a:lnTo>
                    <a:pt x="1801414" y="4533899"/>
                  </a:lnTo>
                  <a:lnTo>
                    <a:pt x="1871927" y="4610099"/>
                  </a:lnTo>
                  <a:lnTo>
                    <a:pt x="1907626" y="4660899"/>
                  </a:lnTo>
                  <a:lnTo>
                    <a:pt x="1979900" y="4737099"/>
                  </a:lnTo>
                  <a:lnTo>
                    <a:pt x="2053331" y="4813299"/>
                  </a:lnTo>
                  <a:lnTo>
                    <a:pt x="2090476" y="4838699"/>
                  </a:lnTo>
                  <a:lnTo>
                    <a:pt x="2165615" y="4914899"/>
                  </a:lnTo>
                  <a:lnTo>
                    <a:pt x="2241876" y="4991099"/>
                  </a:lnTo>
                  <a:lnTo>
                    <a:pt x="2319243" y="5067299"/>
                  </a:lnTo>
                  <a:lnTo>
                    <a:pt x="2358337" y="5092699"/>
                  </a:lnTo>
                  <a:lnTo>
                    <a:pt x="2477242" y="5206999"/>
                  </a:lnTo>
                  <a:lnTo>
                    <a:pt x="2517411" y="5232399"/>
                  </a:lnTo>
                  <a:lnTo>
                    <a:pt x="2598540" y="5308599"/>
                  </a:lnTo>
                  <a:lnTo>
                    <a:pt x="2639497" y="5333999"/>
                  </a:lnTo>
                  <a:lnTo>
                    <a:pt x="2680712" y="5372099"/>
                  </a:lnTo>
                  <a:lnTo>
                    <a:pt x="2722185" y="5397499"/>
                  </a:lnTo>
                  <a:lnTo>
                    <a:pt x="2805895" y="5473699"/>
                  </a:lnTo>
                  <a:lnTo>
                    <a:pt x="2848128" y="5499099"/>
                  </a:lnTo>
                  <a:lnTo>
                    <a:pt x="2890611" y="5537199"/>
                  </a:lnTo>
                  <a:lnTo>
                    <a:pt x="2976321" y="5587999"/>
                  </a:lnTo>
                  <a:lnTo>
                    <a:pt x="3019544" y="5626099"/>
                  </a:lnTo>
                  <a:lnTo>
                    <a:pt x="3063010" y="5651499"/>
                  </a:lnTo>
                  <a:lnTo>
                    <a:pt x="3106716" y="5689599"/>
                  </a:lnTo>
                  <a:lnTo>
                    <a:pt x="3239265" y="5765799"/>
                  </a:lnTo>
                  <a:lnTo>
                    <a:pt x="3283919" y="5803899"/>
                  </a:lnTo>
                  <a:lnTo>
                    <a:pt x="3510633" y="5930899"/>
                  </a:lnTo>
                  <a:lnTo>
                    <a:pt x="3556653" y="5968999"/>
                  </a:lnTo>
                  <a:lnTo>
                    <a:pt x="3790040" y="6095999"/>
                  </a:lnTo>
                  <a:lnTo>
                    <a:pt x="3837363" y="6108699"/>
                  </a:lnTo>
                  <a:lnTo>
                    <a:pt x="4077102" y="6235699"/>
                  </a:lnTo>
                  <a:lnTo>
                    <a:pt x="4125662" y="6248399"/>
                  </a:lnTo>
                  <a:lnTo>
                    <a:pt x="4223383" y="6299199"/>
                  </a:lnTo>
                  <a:lnTo>
                    <a:pt x="4272539" y="6311899"/>
                  </a:lnTo>
                  <a:lnTo>
                    <a:pt x="4371433" y="6362699"/>
                  </a:lnTo>
                  <a:lnTo>
                    <a:pt x="4421168" y="6375399"/>
                  </a:lnTo>
                  <a:lnTo>
                    <a:pt x="4471092" y="6400799"/>
                  </a:lnTo>
                  <a:lnTo>
                    <a:pt x="4521205" y="6413499"/>
                  </a:lnTo>
                  <a:lnTo>
                    <a:pt x="4571503" y="6438899"/>
                  </a:lnTo>
                  <a:lnTo>
                    <a:pt x="4621985" y="6451599"/>
                  </a:lnTo>
                  <a:lnTo>
                    <a:pt x="4672649" y="6476999"/>
                  </a:lnTo>
                  <a:lnTo>
                    <a:pt x="4774518" y="6502399"/>
                  </a:lnTo>
                  <a:lnTo>
                    <a:pt x="4825719" y="6527799"/>
                  </a:lnTo>
                  <a:lnTo>
                    <a:pt x="4980366" y="6565899"/>
                  </a:lnTo>
                  <a:lnTo>
                    <a:pt x="5032258" y="6591299"/>
                  </a:lnTo>
                  <a:lnTo>
                    <a:pt x="5667555" y="6743699"/>
                  </a:lnTo>
                  <a:lnTo>
                    <a:pt x="5721493" y="6743699"/>
                  </a:lnTo>
                  <a:lnTo>
                    <a:pt x="5884168" y="6781799"/>
                  </a:lnTo>
                  <a:lnTo>
                    <a:pt x="5938675" y="6781799"/>
                  </a:lnTo>
                  <a:lnTo>
                    <a:pt x="5993320" y="6794499"/>
                  </a:lnTo>
                  <a:lnTo>
                    <a:pt x="6048101" y="6794499"/>
                  </a:lnTo>
                  <a:lnTo>
                    <a:pt x="6103016" y="6807199"/>
                  </a:lnTo>
                  <a:lnTo>
                    <a:pt x="6158063" y="6807199"/>
                  </a:lnTo>
                  <a:lnTo>
                    <a:pt x="6213242" y="6819899"/>
                  </a:lnTo>
                  <a:close/>
                </a:path>
                <a:path w="9144000" h="6934200">
                  <a:moveTo>
                    <a:pt x="8229836" y="6819899"/>
                  </a:moveTo>
                  <a:lnTo>
                    <a:pt x="7670047" y="6819899"/>
                  </a:lnTo>
                  <a:lnTo>
                    <a:pt x="7725226" y="6807199"/>
                  </a:lnTo>
                  <a:lnTo>
                    <a:pt x="7780273" y="6807199"/>
                  </a:lnTo>
                  <a:lnTo>
                    <a:pt x="7835188" y="6794499"/>
                  </a:lnTo>
                  <a:lnTo>
                    <a:pt x="7889969" y="6794499"/>
                  </a:lnTo>
                  <a:lnTo>
                    <a:pt x="7944614" y="6781799"/>
                  </a:lnTo>
                  <a:lnTo>
                    <a:pt x="7999121" y="6781799"/>
                  </a:lnTo>
                  <a:lnTo>
                    <a:pt x="8161796" y="6743699"/>
                  </a:lnTo>
                  <a:lnTo>
                    <a:pt x="8215734" y="6743699"/>
                  </a:lnTo>
                  <a:lnTo>
                    <a:pt x="8851031" y="6591299"/>
                  </a:lnTo>
                  <a:lnTo>
                    <a:pt x="8902923" y="6565899"/>
                  </a:lnTo>
                  <a:lnTo>
                    <a:pt x="9057570" y="6527799"/>
                  </a:lnTo>
                  <a:lnTo>
                    <a:pt x="9108771" y="6502399"/>
                  </a:lnTo>
                  <a:lnTo>
                    <a:pt x="9143999" y="6489699"/>
                  </a:lnTo>
                  <a:lnTo>
                    <a:pt x="9143999" y="6578599"/>
                  </a:lnTo>
                  <a:lnTo>
                    <a:pt x="9132850" y="6578599"/>
                  </a:lnTo>
                  <a:lnTo>
                    <a:pt x="9081075" y="6603999"/>
                  </a:lnTo>
                  <a:lnTo>
                    <a:pt x="8924696" y="6642099"/>
                  </a:lnTo>
                  <a:lnTo>
                    <a:pt x="8872224" y="6667499"/>
                  </a:lnTo>
                  <a:lnTo>
                    <a:pt x="8229836" y="6819899"/>
                  </a:lnTo>
                  <a:close/>
                </a:path>
                <a:path w="9144000" h="6934200">
                  <a:moveTo>
                    <a:pt x="6659160" y="6857999"/>
                  </a:moveTo>
                  <a:lnTo>
                    <a:pt x="5871827" y="6857999"/>
                  </a:lnTo>
                  <a:lnTo>
                    <a:pt x="5707265" y="6819899"/>
                  </a:lnTo>
                  <a:lnTo>
                    <a:pt x="6268549" y="6819899"/>
                  </a:lnTo>
                  <a:lnTo>
                    <a:pt x="6323983" y="6832599"/>
                  </a:lnTo>
                  <a:lnTo>
                    <a:pt x="6379543" y="6832599"/>
                  </a:lnTo>
                  <a:lnTo>
                    <a:pt x="6435226" y="6845299"/>
                  </a:lnTo>
                  <a:lnTo>
                    <a:pt x="6603000" y="6845299"/>
                  </a:lnTo>
                  <a:lnTo>
                    <a:pt x="6659160" y="6857999"/>
                  </a:lnTo>
                  <a:close/>
                </a:path>
                <a:path w="9144000" h="6934200">
                  <a:moveTo>
                    <a:pt x="8010814" y="6857999"/>
                  </a:moveTo>
                  <a:lnTo>
                    <a:pt x="7224129" y="6857999"/>
                  </a:lnTo>
                  <a:lnTo>
                    <a:pt x="7280289" y="6845299"/>
                  </a:lnTo>
                  <a:lnTo>
                    <a:pt x="7448063" y="6845299"/>
                  </a:lnTo>
                  <a:lnTo>
                    <a:pt x="7503746" y="6832599"/>
                  </a:lnTo>
                  <a:lnTo>
                    <a:pt x="7559306" y="6832599"/>
                  </a:lnTo>
                  <a:lnTo>
                    <a:pt x="7614740" y="6819899"/>
                  </a:lnTo>
                  <a:lnTo>
                    <a:pt x="8175299" y="6819899"/>
                  </a:lnTo>
                  <a:lnTo>
                    <a:pt x="8010814" y="6857999"/>
                  </a:lnTo>
                  <a:close/>
                </a:path>
                <a:path w="9144000" h="6934200">
                  <a:moveTo>
                    <a:pt x="7900450" y="6870699"/>
                  </a:moveTo>
                  <a:lnTo>
                    <a:pt x="5982246" y="6870699"/>
                  </a:lnTo>
                  <a:lnTo>
                    <a:pt x="5926966" y="6857999"/>
                  </a:lnTo>
                  <a:lnTo>
                    <a:pt x="7955702" y="6857999"/>
                  </a:lnTo>
                  <a:lnTo>
                    <a:pt x="7900450" y="6870699"/>
                  </a:lnTo>
                  <a:close/>
                </a:path>
                <a:path w="9144000" h="6934200">
                  <a:moveTo>
                    <a:pt x="7733880" y="6896099"/>
                  </a:moveTo>
                  <a:lnTo>
                    <a:pt x="6148905" y="6896099"/>
                  </a:lnTo>
                  <a:lnTo>
                    <a:pt x="6037663" y="6870699"/>
                  </a:lnTo>
                  <a:lnTo>
                    <a:pt x="7845062" y="6870699"/>
                  </a:lnTo>
                  <a:lnTo>
                    <a:pt x="7733880" y="6896099"/>
                  </a:lnTo>
                  <a:close/>
                </a:path>
                <a:path w="9144000" h="6934200">
                  <a:moveTo>
                    <a:pt x="7566122" y="6908799"/>
                  </a:moveTo>
                  <a:lnTo>
                    <a:pt x="6316757" y="6908799"/>
                  </a:lnTo>
                  <a:lnTo>
                    <a:pt x="6260677" y="6896099"/>
                  </a:lnTo>
                  <a:lnTo>
                    <a:pt x="7622170" y="6896099"/>
                  </a:lnTo>
                  <a:lnTo>
                    <a:pt x="7566122" y="6908799"/>
                  </a:lnTo>
                  <a:close/>
                </a:path>
                <a:path w="9144000" h="6934200">
                  <a:moveTo>
                    <a:pt x="7453649" y="6921499"/>
                  </a:moveTo>
                  <a:lnTo>
                    <a:pt x="6429298" y="6921499"/>
                  </a:lnTo>
                  <a:lnTo>
                    <a:pt x="6372965" y="6908799"/>
                  </a:lnTo>
                  <a:lnTo>
                    <a:pt x="7509948" y="6908799"/>
                  </a:lnTo>
                  <a:lnTo>
                    <a:pt x="7453649" y="6921499"/>
                  </a:lnTo>
                  <a:close/>
                </a:path>
                <a:path w="9144000" h="6934200">
                  <a:moveTo>
                    <a:pt x="7227242" y="6934199"/>
                  </a:moveTo>
                  <a:lnTo>
                    <a:pt x="6655849" y="6934199"/>
                  </a:lnTo>
                  <a:lnTo>
                    <a:pt x="6599032" y="6921499"/>
                  </a:lnTo>
                  <a:lnTo>
                    <a:pt x="7284021" y="6921499"/>
                  </a:lnTo>
                  <a:lnTo>
                    <a:pt x="7227242" y="6934199"/>
                  </a:lnTo>
                  <a:close/>
                </a:path>
              </a:pathLst>
            </a:custGeom>
            <a:solidFill>
              <a:srgbClr val="ECECEC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6572555"/>
            <a:ext cx="5259070" cy="3714750"/>
            <a:chOff x="0" y="6572555"/>
            <a:chExt cx="5259070" cy="37147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612245"/>
              <a:ext cx="5216101" cy="36747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572555"/>
              <a:ext cx="5259070" cy="3708400"/>
            </a:xfrm>
            <a:custGeom>
              <a:avLst/>
              <a:gdLst/>
              <a:ahLst/>
              <a:cxnLst/>
              <a:rect l="l" t="t" r="r" b="b"/>
              <a:pathLst>
                <a:path w="5259070" h="3708400">
                  <a:moveTo>
                    <a:pt x="5258933" y="3708399"/>
                  </a:moveTo>
                  <a:lnTo>
                    <a:pt x="5171248" y="3708399"/>
                  </a:lnTo>
                  <a:lnTo>
                    <a:pt x="5154517" y="3670299"/>
                  </a:lnTo>
                  <a:lnTo>
                    <a:pt x="5129478" y="3632199"/>
                  </a:lnTo>
                  <a:lnTo>
                    <a:pt x="5104087" y="3581399"/>
                  </a:lnTo>
                  <a:lnTo>
                    <a:pt x="5078346" y="3530599"/>
                  </a:lnTo>
                  <a:lnTo>
                    <a:pt x="5052258" y="3492499"/>
                  </a:lnTo>
                  <a:lnTo>
                    <a:pt x="5025823" y="3441699"/>
                  </a:lnTo>
                  <a:lnTo>
                    <a:pt x="4999044" y="3403599"/>
                  </a:lnTo>
                  <a:lnTo>
                    <a:pt x="4971922" y="3352799"/>
                  </a:lnTo>
                  <a:lnTo>
                    <a:pt x="4944460" y="3301999"/>
                  </a:lnTo>
                  <a:lnTo>
                    <a:pt x="4916658" y="3263899"/>
                  </a:lnTo>
                  <a:lnTo>
                    <a:pt x="4888519" y="3213099"/>
                  </a:lnTo>
                  <a:lnTo>
                    <a:pt x="4860045" y="3174999"/>
                  </a:lnTo>
                  <a:lnTo>
                    <a:pt x="4831237" y="3124199"/>
                  </a:lnTo>
                  <a:lnTo>
                    <a:pt x="4802097" y="3086099"/>
                  </a:lnTo>
                  <a:lnTo>
                    <a:pt x="4772627" y="3035299"/>
                  </a:lnTo>
                  <a:lnTo>
                    <a:pt x="4742829" y="2997199"/>
                  </a:lnTo>
                  <a:lnTo>
                    <a:pt x="4712704" y="2959099"/>
                  </a:lnTo>
                  <a:lnTo>
                    <a:pt x="4682254" y="2908299"/>
                  </a:lnTo>
                  <a:lnTo>
                    <a:pt x="4651481" y="2870199"/>
                  </a:lnTo>
                  <a:lnTo>
                    <a:pt x="4620387" y="2819399"/>
                  </a:lnTo>
                  <a:lnTo>
                    <a:pt x="4588974" y="2781299"/>
                  </a:lnTo>
                  <a:lnTo>
                    <a:pt x="4557242" y="2743199"/>
                  </a:lnTo>
                  <a:lnTo>
                    <a:pt x="4525195" y="2692399"/>
                  </a:lnTo>
                  <a:lnTo>
                    <a:pt x="4492834" y="2654299"/>
                  </a:lnTo>
                  <a:lnTo>
                    <a:pt x="4460161" y="2616199"/>
                  </a:lnTo>
                  <a:lnTo>
                    <a:pt x="4427177" y="2578099"/>
                  </a:lnTo>
                  <a:lnTo>
                    <a:pt x="4393884" y="2527299"/>
                  </a:lnTo>
                  <a:lnTo>
                    <a:pt x="4360284" y="2489199"/>
                  </a:lnTo>
                  <a:lnTo>
                    <a:pt x="4292170" y="2412999"/>
                  </a:lnTo>
                  <a:lnTo>
                    <a:pt x="4222850" y="2336799"/>
                  </a:lnTo>
                  <a:lnTo>
                    <a:pt x="4187742" y="2285999"/>
                  </a:lnTo>
                  <a:lnTo>
                    <a:pt x="4116639" y="2209799"/>
                  </a:lnTo>
                  <a:lnTo>
                    <a:pt x="4044365" y="2133599"/>
                  </a:lnTo>
                  <a:lnTo>
                    <a:pt x="3970934" y="2057399"/>
                  </a:lnTo>
                  <a:lnTo>
                    <a:pt x="3896360" y="1981199"/>
                  </a:lnTo>
                  <a:lnTo>
                    <a:pt x="3858650" y="1955799"/>
                  </a:lnTo>
                  <a:lnTo>
                    <a:pt x="3820659" y="1917699"/>
                  </a:lnTo>
                  <a:lnTo>
                    <a:pt x="3743843" y="1841499"/>
                  </a:lnTo>
                  <a:lnTo>
                    <a:pt x="3665927" y="1765299"/>
                  </a:lnTo>
                  <a:lnTo>
                    <a:pt x="3626562" y="1739899"/>
                  </a:lnTo>
                  <a:lnTo>
                    <a:pt x="3506854" y="1625599"/>
                  </a:lnTo>
                  <a:lnTo>
                    <a:pt x="3466420" y="1600199"/>
                  </a:lnTo>
                  <a:lnTo>
                    <a:pt x="3384768" y="1523999"/>
                  </a:lnTo>
                  <a:lnTo>
                    <a:pt x="3343552" y="1498599"/>
                  </a:lnTo>
                  <a:lnTo>
                    <a:pt x="3302080" y="1460499"/>
                  </a:lnTo>
                  <a:lnTo>
                    <a:pt x="3260352" y="1435099"/>
                  </a:lnTo>
                  <a:lnTo>
                    <a:pt x="3218370" y="1396999"/>
                  </a:lnTo>
                  <a:lnTo>
                    <a:pt x="3176137" y="1371599"/>
                  </a:lnTo>
                  <a:lnTo>
                    <a:pt x="3133653" y="1333499"/>
                  </a:lnTo>
                  <a:lnTo>
                    <a:pt x="3090922" y="1308099"/>
                  </a:lnTo>
                  <a:lnTo>
                    <a:pt x="3047944" y="1269999"/>
                  </a:lnTo>
                  <a:lnTo>
                    <a:pt x="2961255" y="1219199"/>
                  </a:lnTo>
                  <a:lnTo>
                    <a:pt x="2917548" y="1181099"/>
                  </a:lnTo>
                  <a:lnTo>
                    <a:pt x="2829419" y="1130299"/>
                  </a:lnTo>
                  <a:lnTo>
                    <a:pt x="2784999" y="1092199"/>
                  </a:lnTo>
                  <a:lnTo>
                    <a:pt x="2604999" y="990599"/>
                  </a:lnTo>
                  <a:lnTo>
                    <a:pt x="2559428" y="952499"/>
                  </a:lnTo>
                  <a:lnTo>
                    <a:pt x="2467611" y="901699"/>
                  </a:lnTo>
                  <a:lnTo>
                    <a:pt x="2139369" y="723899"/>
                  </a:lnTo>
                  <a:lnTo>
                    <a:pt x="2091626" y="711199"/>
                  </a:lnTo>
                  <a:lnTo>
                    <a:pt x="1898602" y="609599"/>
                  </a:lnTo>
                  <a:lnTo>
                    <a:pt x="1849841" y="596899"/>
                  </a:lnTo>
                  <a:lnTo>
                    <a:pt x="1751726" y="546099"/>
                  </a:lnTo>
                  <a:lnTo>
                    <a:pt x="1702376" y="533399"/>
                  </a:lnTo>
                  <a:lnTo>
                    <a:pt x="1652832" y="507999"/>
                  </a:lnTo>
                  <a:lnTo>
                    <a:pt x="1603097" y="495299"/>
                  </a:lnTo>
                  <a:lnTo>
                    <a:pt x="1553172" y="469899"/>
                  </a:lnTo>
                  <a:lnTo>
                    <a:pt x="1503060" y="457199"/>
                  </a:lnTo>
                  <a:lnTo>
                    <a:pt x="1452762" y="431799"/>
                  </a:lnTo>
                  <a:lnTo>
                    <a:pt x="1402280" y="419099"/>
                  </a:lnTo>
                  <a:lnTo>
                    <a:pt x="1351615" y="393699"/>
                  </a:lnTo>
                  <a:lnTo>
                    <a:pt x="1300770" y="380999"/>
                  </a:lnTo>
                  <a:lnTo>
                    <a:pt x="1249746" y="355599"/>
                  </a:lnTo>
                  <a:lnTo>
                    <a:pt x="1095620" y="317499"/>
                  </a:lnTo>
                  <a:lnTo>
                    <a:pt x="1043898" y="292099"/>
                  </a:lnTo>
                  <a:lnTo>
                    <a:pt x="302772" y="114299"/>
                  </a:lnTo>
                  <a:lnTo>
                    <a:pt x="248689" y="114299"/>
                  </a:lnTo>
                  <a:lnTo>
                    <a:pt x="140096" y="88899"/>
                  </a:lnTo>
                  <a:lnTo>
                    <a:pt x="85589" y="88899"/>
                  </a:lnTo>
                  <a:lnTo>
                    <a:pt x="30945" y="76199"/>
                  </a:lnTo>
                  <a:lnTo>
                    <a:pt x="0" y="76199"/>
                  </a:lnTo>
                  <a:lnTo>
                    <a:pt x="0" y="0"/>
                  </a:lnTo>
                  <a:lnTo>
                    <a:pt x="41426" y="0"/>
                  </a:lnTo>
                  <a:lnTo>
                    <a:pt x="96678" y="12699"/>
                  </a:lnTo>
                  <a:lnTo>
                    <a:pt x="151790" y="12699"/>
                  </a:lnTo>
                  <a:lnTo>
                    <a:pt x="261590" y="38099"/>
                  </a:lnTo>
                  <a:lnTo>
                    <a:pt x="316274" y="38099"/>
                  </a:lnTo>
                  <a:lnTo>
                    <a:pt x="1065671" y="215899"/>
                  </a:lnTo>
                  <a:lnTo>
                    <a:pt x="1117972" y="241299"/>
                  </a:lnTo>
                  <a:lnTo>
                    <a:pt x="1222051" y="266699"/>
                  </a:lnTo>
                  <a:lnTo>
                    <a:pt x="1273826" y="292099"/>
                  </a:lnTo>
                  <a:lnTo>
                    <a:pt x="1376837" y="317499"/>
                  </a:lnTo>
                  <a:lnTo>
                    <a:pt x="1428070" y="342899"/>
                  </a:lnTo>
                  <a:lnTo>
                    <a:pt x="1479119" y="355599"/>
                  </a:lnTo>
                  <a:lnTo>
                    <a:pt x="1529983" y="380999"/>
                  </a:lnTo>
                  <a:lnTo>
                    <a:pt x="1580658" y="393699"/>
                  </a:lnTo>
                  <a:lnTo>
                    <a:pt x="1631144" y="419099"/>
                  </a:lnTo>
                  <a:lnTo>
                    <a:pt x="1681438" y="431799"/>
                  </a:lnTo>
                  <a:lnTo>
                    <a:pt x="1781445" y="482599"/>
                  </a:lnTo>
                  <a:lnTo>
                    <a:pt x="1831154" y="495299"/>
                  </a:lnTo>
                  <a:lnTo>
                    <a:pt x="1979084" y="571499"/>
                  </a:lnTo>
                  <a:lnTo>
                    <a:pt x="2027988" y="584199"/>
                  </a:lnTo>
                  <a:lnTo>
                    <a:pt x="2411660" y="787399"/>
                  </a:lnTo>
                  <a:lnTo>
                    <a:pt x="2644356" y="914399"/>
                  </a:lnTo>
                  <a:lnTo>
                    <a:pt x="2690215" y="952499"/>
                  </a:lnTo>
                  <a:lnTo>
                    <a:pt x="2826397" y="1028699"/>
                  </a:lnTo>
                  <a:lnTo>
                    <a:pt x="2871321" y="1066799"/>
                  </a:lnTo>
                  <a:lnTo>
                    <a:pt x="2960451" y="1117599"/>
                  </a:lnTo>
                  <a:lnTo>
                    <a:pt x="3004654" y="1155699"/>
                  </a:lnTo>
                  <a:lnTo>
                    <a:pt x="3092328" y="1206499"/>
                  </a:lnTo>
                  <a:lnTo>
                    <a:pt x="3135795" y="1244599"/>
                  </a:lnTo>
                  <a:lnTo>
                    <a:pt x="3179013" y="1269999"/>
                  </a:lnTo>
                  <a:lnTo>
                    <a:pt x="3221980" y="1308099"/>
                  </a:lnTo>
                  <a:lnTo>
                    <a:pt x="3264694" y="1333499"/>
                  </a:lnTo>
                  <a:lnTo>
                    <a:pt x="3307153" y="1371599"/>
                  </a:lnTo>
                  <a:lnTo>
                    <a:pt x="3349357" y="1396999"/>
                  </a:lnTo>
                  <a:lnTo>
                    <a:pt x="3432987" y="1473199"/>
                  </a:lnTo>
                  <a:lnTo>
                    <a:pt x="3474411" y="1498599"/>
                  </a:lnTo>
                  <a:lnTo>
                    <a:pt x="3556466" y="1574799"/>
                  </a:lnTo>
                  <a:lnTo>
                    <a:pt x="3597093" y="1600199"/>
                  </a:lnTo>
                  <a:lnTo>
                    <a:pt x="3717356" y="1714499"/>
                  </a:lnTo>
                  <a:lnTo>
                    <a:pt x="3756897" y="1752599"/>
                  </a:lnTo>
                  <a:lnTo>
                    <a:pt x="3796162" y="1777999"/>
                  </a:lnTo>
                  <a:lnTo>
                    <a:pt x="3873856" y="1854199"/>
                  </a:lnTo>
                  <a:lnTo>
                    <a:pt x="3950424" y="1930399"/>
                  </a:lnTo>
                  <a:lnTo>
                    <a:pt x="4025851" y="2006599"/>
                  </a:lnTo>
                  <a:lnTo>
                    <a:pt x="4100123" y="2082799"/>
                  </a:lnTo>
                  <a:lnTo>
                    <a:pt x="4173226" y="2158999"/>
                  </a:lnTo>
                  <a:lnTo>
                    <a:pt x="4245145" y="2235199"/>
                  </a:lnTo>
                  <a:lnTo>
                    <a:pt x="4280656" y="2273299"/>
                  </a:lnTo>
                  <a:lnTo>
                    <a:pt x="4315865" y="2324099"/>
                  </a:lnTo>
                  <a:lnTo>
                    <a:pt x="4385373" y="2400299"/>
                  </a:lnTo>
                  <a:lnTo>
                    <a:pt x="4419667" y="2438399"/>
                  </a:lnTo>
                  <a:lnTo>
                    <a:pt x="4453653" y="2476499"/>
                  </a:lnTo>
                  <a:lnTo>
                    <a:pt x="4487329" y="2527299"/>
                  </a:lnTo>
                  <a:lnTo>
                    <a:pt x="4520692" y="2565399"/>
                  </a:lnTo>
                  <a:lnTo>
                    <a:pt x="4553741" y="2603499"/>
                  </a:lnTo>
                  <a:lnTo>
                    <a:pt x="4586475" y="2654299"/>
                  </a:lnTo>
                  <a:lnTo>
                    <a:pt x="4618890" y="2692399"/>
                  </a:lnTo>
                  <a:lnTo>
                    <a:pt x="4650987" y="2730499"/>
                  </a:lnTo>
                  <a:lnTo>
                    <a:pt x="4682762" y="2781299"/>
                  </a:lnTo>
                  <a:lnTo>
                    <a:pt x="4714214" y="2819399"/>
                  </a:lnTo>
                  <a:lnTo>
                    <a:pt x="4745341" y="2870199"/>
                  </a:lnTo>
                  <a:lnTo>
                    <a:pt x="4776142" y="2908299"/>
                  </a:lnTo>
                  <a:lnTo>
                    <a:pt x="4806614" y="2946399"/>
                  </a:lnTo>
                  <a:lnTo>
                    <a:pt x="4836756" y="2997199"/>
                  </a:lnTo>
                  <a:lnTo>
                    <a:pt x="4866566" y="3035299"/>
                  </a:lnTo>
                  <a:lnTo>
                    <a:pt x="4896042" y="3086099"/>
                  </a:lnTo>
                  <a:lnTo>
                    <a:pt x="4925182" y="3124199"/>
                  </a:lnTo>
                  <a:lnTo>
                    <a:pt x="4953985" y="3174999"/>
                  </a:lnTo>
                  <a:lnTo>
                    <a:pt x="4982449" y="3225799"/>
                  </a:lnTo>
                  <a:lnTo>
                    <a:pt x="5010571" y="3263899"/>
                  </a:lnTo>
                  <a:lnTo>
                    <a:pt x="5038351" y="3314699"/>
                  </a:lnTo>
                  <a:lnTo>
                    <a:pt x="5065786" y="3352799"/>
                  </a:lnTo>
                  <a:lnTo>
                    <a:pt x="5092874" y="3403599"/>
                  </a:lnTo>
                  <a:lnTo>
                    <a:pt x="5119615" y="3454399"/>
                  </a:lnTo>
                  <a:lnTo>
                    <a:pt x="5146005" y="3492499"/>
                  </a:lnTo>
                  <a:lnTo>
                    <a:pt x="5172043" y="3543299"/>
                  </a:lnTo>
                  <a:lnTo>
                    <a:pt x="5197728" y="3594099"/>
                  </a:lnTo>
                  <a:lnTo>
                    <a:pt x="5223057" y="3644899"/>
                  </a:lnTo>
                  <a:lnTo>
                    <a:pt x="5248028" y="3682999"/>
                  </a:lnTo>
                  <a:lnTo>
                    <a:pt x="5258933" y="3708399"/>
                  </a:lnTo>
                  <a:close/>
                </a:path>
              </a:pathLst>
            </a:custGeom>
            <a:solidFill>
              <a:srgbClr val="ECECEC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98772" y="0"/>
            <a:ext cx="1390649" cy="8181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8986" y="9673742"/>
            <a:ext cx="5610209" cy="6095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460" y="498875"/>
            <a:ext cx="16887839" cy="8762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19085" y="0"/>
            <a:ext cx="10869295" cy="10287000"/>
            <a:chOff x="7419085" y="0"/>
            <a:chExt cx="1086929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7958" y="0"/>
              <a:ext cx="10830041" cy="10236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419085" y="0"/>
              <a:ext cx="10869295" cy="10287000"/>
            </a:xfrm>
            <a:custGeom>
              <a:avLst/>
              <a:gdLst/>
              <a:ahLst/>
              <a:cxnLst/>
              <a:rect l="l" t="t" r="r" b="b"/>
              <a:pathLst>
                <a:path w="10869294" h="10287000">
                  <a:moveTo>
                    <a:pt x="6379543" y="10185399"/>
                  </a:moveTo>
                  <a:lnTo>
                    <a:pt x="5761974" y="10185399"/>
                  </a:lnTo>
                  <a:lnTo>
                    <a:pt x="5489915" y="10121899"/>
                  </a:lnTo>
                  <a:lnTo>
                    <a:pt x="5435959" y="10121899"/>
                  </a:lnTo>
                  <a:lnTo>
                    <a:pt x="5221711" y="10071099"/>
                  </a:lnTo>
                  <a:lnTo>
                    <a:pt x="5168552" y="10045699"/>
                  </a:lnTo>
                  <a:lnTo>
                    <a:pt x="4905270" y="9982199"/>
                  </a:lnTo>
                  <a:lnTo>
                    <a:pt x="4853128" y="9956799"/>
                  </a:lnTo>
                  <a:lnTo>
                    <a:pt x="4749373" y="9931399"/>
                  </a:lnTo>
                  <a:lnTo>
                    <a:pt x="4697764" y="9905999"/>
                  </a:lnTo>
                  <a:lnTo>
                    <a:pt x="4646336" y="9893299"/>
                  </a:lnTo>
                  <a:lnTo>
                    <a:pt x="4595091" y="9867899"/>
                  </a:lnTo>
                  <a:lnTo>
                    <a:pt x="4544030" y="9855199"/>
                  </a:lnTo>
                  <a:lnTo>
                    <a:pt x="4493157" y="9829799"/>
                  </a:lnTo>
                  <a:lnTo>
                    <a:pt x="4442471" y="9817099"/>
                  </a:lnTo>
                  <a:lnTo>
                    <a:pt x="4391976" y="9791699"/>
                  </a:lnTo>
                  <a:lnTo>
                    <a:pt x="4341672" y="9778999"/>
                  </a:lnTo>
                  <a:lnTo>
                    <a:pt x="4241648" y="9728199"/>
                  </a:lnTo>
                  <a:lnTo>
                    <a:pt x="4191932" y="9715499"/>
                  </a:lnTo>
                  <a:lnTo>
                    <a:pt x="4093097" y="9664699"/>
                  </a:lnTo>
                  <a:lnTo>
                    <a:pt x="4043983" y="9651999"/>
                  </a:lnTo>
                  <a:lnTo>
                    <a:pt x="3995073" y="9626599"/>
                  </a:lnTo>
                  <a:lnTo>
                    <a:pt x="3611374" y="9423399"/>
                  </a:lnTo>
                  <a:lnTo>
                    <a:pt x="3287191" y="9245599"/>
                  </a:lnTo>
                  <a:lnTo>
                    <a:pt x="3241798" y="9207499"/>
                  </a:lnTo>
                  <a:lnTo>
                    <a:pt x="3151718" y="9156699"/>
                  </a:lnTo>
                  <a:lnTo>
                    <a:pt x="3107036" y="9118599"/>
                  </a:lnTo>
                  <a:lnTo>
                    <a:pt x="3018394" y="9067799"/>
                  </a:lnTo>
                  <a:lnTo>
                    <a:pt x="2974438" y="9029699"/>
                  </a:lnTo>
                  <a:lnTo>
                    <a:pt x="2930728" y="9004299"/>
                  </a:lnTo>
                  <a:lnTo>
                    <a:pt x="2887266" y="8966199"/>
                  </a:lnTo>
                  <a:lnTo>
                    <a:pt x="2844053" y="8940799"/>
                  </a:lnTo>
                  <a:lnTo>
                    <a:pt x="2801091" y="8902699"/>
                  </a:lnTo>
                  <a:lnTo>
                    <a:pt x="2758382" y="8877299"/>
                  </a:lnTo>
                  <a:lnTo>
                    <a:pt x="2715928" y="8839199"/>
                  </a:lnTo>
                  <a:lnTo>
                    <a:pt x="2673731" y="8813799"/>
                  </a:lnTo>
                  <a:lnTo>
                    <a:pt x="2631792" y="8775699"/>
                  </a:lnTo>
                  <a:lnTo>
                    <a:pt x="2590114" y="8750299"/>
                  </a:lnTo>
                  <a:lnTo>
                    <a:pt x="2507544" y="8674099"/>
                  </a:lnTo>
                  <a:lnTo>
                    <a:pt x="2466657" y="8648699"/>
                  </a:lnTo>
                  <a:lnTo>
                    <a:pt x="2426037" y="8610599"/>
                  </a:lnTo>
                  <a:lnTo>
                    <a:pt x="2305801" y="8496299"/>
                  </a:lnTo>
                  <a:lnTo>
                    <a:pt x="2266269" y="8470899"/>
                  </a:lnTo>
                  <a:lnTo>
                    <a:pt x="2227013" y="8432799"/>
                  </a:lnTo>
                  <a:lnTo>
                    <a:pt x="2149338" y="8356599"/>
                  </a:lnTo>
                  <a:lnTo>
                    <a:pt x="2072790" y="8280399"/>
                  </a:lnTo>
                  <a:lnTo>
                    <a:pt x="1997383" y="8204199"/>
                  </a:lnTo>
                  <a:lnTo>
                    <a:pt x="1923133" y="8127999"/>
                  </a:lnTo>
                  <a:lnTo>
                    <a:pt x="1850052" y="8051799"/>
                  </a:lnTo>
                  <a:lnTo>
                    <a:pt x="1778157" y="7975599"/>
                  </a:lnTo>
                  <a:lnTo>
                    <a:pt x="1707460" y="7899399"/>
                  </a:lnTo>
                  <a:lnTo>
                    <a:pt x="1672566" y="7848599"/>
                  </a:lnTo>
                  <a:lnTo>
                    <a:pt x="1603694" y="7772399"/>
                  </a:lnTo>
                  <a:lnTo>
                    <a:pt x="1569721" y="7734299"/>
                  </a:lnTo>
                  <a:lnTo>
                    <a:pt x="1536058" y="7696199"/>
                  </a:lnTo>
                  <a:lnTo>
                    <a:pt x="1502708" y="7645399"/>
                  </a:lnTo>
                  <a:lnTo>
                    <a:pt x="1469671" y="7607299"/>
                  </a:lnTo>
                  <a:lnTo>
                    <a:pt x="1436951" y="7569199"/>
                  </a:lnTo>
                  <a:lnTo>
                    <a:pt x="1404548" y="7518399"/>
                  </a:lnTo>
                  <a:lnTo>
                    <a:pt x="1372465" y="7480299"/>
                  </a:lnTo>
                  <a:lnTo>
                    <a:pt x="1340703" y="7442199"/>
                  </a:lnTo>
                  <a:lnTo>
                    <a:pt x="1309265" y="7391399"/>
                  </a:lnTo>
                  <a:lnTo>
                    <a:pt x="1278151" y="7353299"/>
                  </a:lnTo>
                  <a:lnTo>
                    <a:pt x="1247364" y="7302499"/>
                  </a:lnTo>
                  <a:lnTo>
                    <a:pt x="1216905" y="7264399"/>
                  </a:lnTo>
                  <a:lnTo>
                    <a:pt x="1186777" y="7213599"/>
                  </a:lnTo>
                  <a:lnTo>
                    <a:pt x="1156981" y="7175499"/>
                  </a:lnTo>
                  <a:lnTo>
                    <a:pt x="1127518" y="7124699"/>
                  </a:lnTo>
                  <a:lnTo>
                    <a:pt x="1098392" y="7086599"/>
                  </a:lnTo>
                  <a:lnTo>
                    <a:pt x="1069603" y="7035799"/>
                  </a:lnTo>
                  <a:lnTo>
                    <a:pt x="1041153" y="6997699"/>
                  </a:lnTo>
                  <a:lnTo>
                    <a:pt x="1013044" y="6946899"/>
                  </a:lnTo>
                  <a:lnTo>
                    <a:pt x="985278" y="6896099"/>
                  </a:lnTo>
                  <a:lnTo>
                    <a:pt x="957857" y="6857999"/>
                  </a:lnTo>
                  <a:lnTo>
                    <a:pt x="930783" y="6807199"/>
                  </a:lnTo>
                  <a:lnTo>
                    <a:pt x="904056" y="6769099"/>
                  </a:lnTo>
                  <a:lnTo>
                    <a:pt x="877680" y="6718299"/>
                  </a:lnTo>
                  <a:lnTo>
                    <a:pt x="851656" y="6667499"/>
                  </a:lnTo>
                  <a:lnTo>
                    <a:pt x="825985" y="6616699"/>
                  </a:lnTo>
                  <a:lnTo>
                    <a:pt x="800670" y="6578599"/>
                  </a:lnTo>
                  <a:lnTo>
                    <a:pt x="775712" y="6527799"/>
                  </a:lnTo>
                  <a:lnTo>
                    <a:pt x="751113" y="6476999"/>
                  </a:lnTo>
                  <a:lnTo>
                    <a:pt x="726875" y="6426199"/>
                  </a:lnTo>
                  <a:lnTo>
                    <a:pt x="702999" y="6388099"/>
                  </a:lnTo>
                  <a:lnTo>
                    <a:pt x="679488" y="6337299"/>
                  </a:lnTo>
                  <a:lnTo>
                    <a:pt x="656344" y="6286499"/>
                  </a:lnTo>
                  <a:lnTo>
                    <a:pt x="633567" y="6235699"/>
                  </a:lnTo>
                  <a:lnTo>
                    <a:pt x="611160" y="6184899"/>
                  </a:lnTo>
                  <a:lnTo>
                    <a:pt x="589125" y="6134099"/>
                  </a:lnTo>
                  <a:lnTo>
                    <a:pt x="567463" y="6083299"/>
                  </a:lnTo>
                  <a:lnTo>
                    <a:pt x="546177" y="6045199"/>
                  </a:lnTo>
                  <a:lnTo>
                    <a:pt x="525267" y="5994399"/>
                  </a:lnTo>
                  <a:lnTo>
                    <a:pt x="504737" y="5943599"/>
                  </a:lnTo>
                  <a:lnTo>
                    <a:pt x="484587" y="5892799"/>
                  </a:lnTo>
                  <a:lnTo>
                    <a:pt x="464819" y="5841999"/>
                  </a:lnTo>
                  <a:lnTo>
                    <a:pt x="445436" y="5791199"/>
                  </a:lnTo>
                  <a:lnTo>
                    <a:pt x="426439" y="5740399"/>
                  </a:lnTo>
                  <a:lnTo>
                    <a:pt x="407829" y="5689599"/>
                  </a:lnTo>
                  <a:lnTo>
                    <a:pt x="389609" y="5638799"/>
                  </a:lnTo>
                  <a:lnTo>
                    <a:pt x="371781" y="5587999"/>
                  </a:lnTo>
                  <a:lnTo>
                    <a:pt x="354345" y="5537199"/>
                  </a:lnTo>
                  <a:lnTo>
                    <a:pt x="337305" y="5473699"/>
                  </a:lnTo>
                  <a:lnTo>
                    <a:pt x="320662" y="5422899"/>
                  </a:lnTo>
                  <a:lnTo>
                    <a:pt x="304417" y="5372099"/>
                  </a:lnTo>
                  <a:lnTo>
                    <a:pt x="288573" y="5321299"/>
                  </a:lnTo>
                  <a:lnTo>
                    <a:pt x="273130" y="5270499"/>
                  </a:lnTo>
                  <a:lnTo>
                    <a:pt x="258092" y="5219699"/>
                  </a:lnTo>
                  <a:lnTo>
                    <a:pt x="243460" y="5168899"/>
                  </a:lnTo>
                  <a:lnTo>
                    <a:pt x="229235" y="5118099"/>
                  </a:lnTo>
                  <a:lnTo>
                    <a:pt x="215419" y="5054599"/>
                  </a:lnTo>
                  <a:lnTo>
                    <a:pt x="202015" y="5003799"/>
                  </a:lnTo>
                  <a:lnTo>
                    <a:pt x="189024" y="4952999"/>
                  </a:lnTo>
                  <a:lnTo>
                    <a:pt x="176447" y="4902199"/>
                  </a:lnTo>
                  <a:lnTo>
                    <a:pt x="164287" y="4838699"/>
                  </a:lnTo>
                  <a:lnTo>
                    <a:pt x="152545" y="4787899"/>
                  </a:lnTo>
                  <a:lnTo>
                    <a:pt x="141224" y="4737099"/>
                  </a:lnTo>
                  <a:lnTo>
                    <a:pt x="130325" y="4686299"/>
                  </a:lnTo>
                  <a:lnTo>
                    <a:pt x="119849" y="4622799"/>
                  </a:lnTo>
                  <a:lnTo>
                    <a:pt x="109799" y="4571999"/>
                  </a:lnTo>
                  <a:lnTo>
                    <a:pt x="100176" y="4521199"/>
                  </a:lnTo>
                  <a:lnTo>
                    <a:pt x="90982" y="4457699"/>
                  </a:lnTo>
                  <a:lnTo>
                    <a:pt x="82220" y="4406899"/>
                  </a:lnTo>
                  <a:lnTo>
                    <a:pt x="73890" y="4356099"/>
                  </a:lnTo>
                  <a:lnTo>
                    <a:pt x="65994" y="4292599"/>
                  </a:lnTo>
                  <a:lnTo>
                    <a:pt x="58535" y="4241799"/>
                  </a:lnTo>
                  <a:lnTo>
                    <a:pt x="51514" y="4190999"/>
                  </a:lnTo>
                  <a:lnTo>
                    <a:pt x="44933" y="4127499"/>
                  </a:lnTo>
                  <a:lnTo>
                    <a:pt x="38794" y="4076699"/>
                  </a:lnTo>
                  <a:lnTo>
                    <a:pt x="33098" y="4025899"/>
                  </a:lnTo>
                  <a:lnTo>
                    <a:pt x="27848" y="3962399"/>
                  </a:lnTo>
                  <a:lnTo>
                    <a:pt x="23045" y="3911599"/>
                  </a:lnTo>
                  <a:lnTo>
                    <a:pt x="18690" y="3848099"/>
                  </a:lnTo>
                  <a:lnTo>
                    <a:pt x="14787" y="3797299"/>
                  </a:lnTo>
                  <a:lnTo>
                    <a:pt x="11336" y="3733799"/>
                  </a:lnTo>
                  <a:lnTo>
                    <a:pt x="8339" y="3682999"/>
                  </a:lnTo>
                  <a:lnTo>
                    <a:pt x="5798" y="3619499"/>
                  </a:lnTo>
                  <a:lnTo>
                    <a:pt x="3715" y="3568699"/>
                  </a:lnTo>
                  <a:lnTo>
                    <a:pt x="2092" y="3505199"/>
                  </a:lnTo>
                  <a:lnTo>
                    <a:pt x="931" y="3454399"/>
                  </a:lnTo>
                  <a:lnTo>
                    <a:pt x="233" y="3390899"/>
                  </a:lnTo>
                  <a:lnTo>
                    <a:pt x="0" y="3340099"/>
                  </a:lnTo>
                  <a:lnTo>
                    <a:pt x="233" y="3276599"/>
                  </a:lnTo>
                  <a:lnTo>
                    <a:pt x="931" y="3225799"/>
                  </a:lnTo>
                  <a:lnTo>
                    <a:pt x="2092" y="3162299"/>
                  </a:lnTo>
                  <a:lnTo>
                    <a:pt x="3715" y="3111499"/>
                  </a:lnTo>
                  <a:lnTo>
                    <a:pt x="5798" y="3047999"/>
                  </a:lnTo>
                  <a:lnTo>
                    <a:pt x="8339" y="2997199"/>
                  </a:lnTo>
                  <a:lnTo>
                    <a:pt x="11336" y="2933699"/>
                  </a:lnTo>
                  <a:lnTo>
                    <a:pt x="14787" y="2882899"/>
                  </a:lnTo>
                  <a:lnTo>
                    <a:pt x="18690" y="2832099"/>
                  </a:lnTo>
                  <a:lnTo>
                    <a:pt x="23045" y="2768599"/>
                  </a:lnTo>
                  <a:lnTo>
                    <a:pt x="27848" y="2717799"/>
                  </a:lnTo>
                  <a:lnTo>
                    <a:pt x="33098" y="2654299"/>
                  </a:lnTo>
                  <a:lnTo>
                    <a:pt x="38794" y="2603499"/>
                  </a:lnTo>
                  <a:lnTo>
                    <a:pt x="44933" y="2539999"/>
                  </a:lnTo>
                  <a:lnTo>
                    <a:pt x="51514" y="2489199"/>
                  </a:lnTo>
                  <a:lnTo>
                    <a:pt x="58535" y="2438399"/>
                  </a:lnTo>
                  <a:lnTo>
                    <a:pt x="65994" y="2374899"/>
                  </a:lnTo>
                  <a:lnTo>
                    <a:pt x="73890" y="2324099"/>
                  </a:lnTo>
                  <a:lnTo>
                    <a:pt x="82220" y="2273299"/>
                  </a:lnTo>
                  <a:lnTo>
                    <a:pt x="90982" y="2209799"/>
                  </a:lnTo>
                  <a:lnTo>
                    <a:pt x="100176" y="2158999"/>
                  </a:lnTo>
                  <a:lnTo>
                    <a:pt x="109799" y="2108199"/>
                  </a:lnTo>
                  <a:lnTo>
                    <a:pt x="119849" y="2044699"/>
                  </a:lnTo>
                  <a:lnTo>
                    <a:pt x="130325" y="1993899"/>
                  </a:lnTo>
                  <a:lnTo>
                    <a:pt x="141224" y="1943099"/>
                  </a:lnTo>
                  <a:lnTo>
                    <a:pt x="152545" y="1892299"/>
                  </a:lnTo>
                  <a:lnTo>
                    <a:pt x="164287" y="1828799"/>
                  </a:lnTo>
                  <a:lnTo>
                    <a:pt x="176447" y="1777999"/>
                  </a:lnTo>
                  <a:lnTo>
                    <a:pt x="189024" y="1727199"/>
                  </a:lnTo>
                  <a:lnTo>
                    <a:pt x="202015" y="1676399"/>
                  </a:lnTo>
                  <a:lnTo>
                    <a:pt x="215419" y="1612899"/>
                  </a:lnTo>
                  <a:lnTo>
                    <a:pt x="229235" y="1562099"/>
                  </a:lnTo>
                  <a:lnTo>
                    <a:pt x="243460" y="1511299"/>
                  </a:lnTo>
                  <a:lnTo>
                    <a:pt x="258092" y="1460499"/>
                  </a:lnTo>
                  <a:lnTo>
                    <a:pt x="273130" y="1409699"/>
                  </a:lnTo>
                  <a:lnTo>
                    <a:pt x="288573" y="1358899"/>
                  </a:lnTo>
                  <a:lnTo>
                    <a:pt x="304417" y="1308099"/>
                  </a:lnTo>
                  <a:lnTo>
                    <a:pt x="320662" y="1244599"/>
                  </a:lnTo>
                  <a:lnTo>
                    <a:pt x="337305" y="1193799"/>
                  </a:lnTo>
                  <a:lnTo>
                    <a:pt x="354345" y="1142999"/>
                  </a:lnTo>
                  <a:lnTo>
                    <a:pt x="371781" y="1092199"/>
                  </a:lnTo>
                  <a:lnTo>
                    <a:pt x="389609" y="1041399"/>
                  </a:lnTo>
                  <a:lnTo>
                    <a:pt x="407829" y="990599"/>
                  </a:lnTo>
                  <a:lnTo>
                    <a:pt x="426439" y="939799"/>
                  </a:lnTo>
                  <a:lnTo>
                    <a:pt x="445436" y="888999"/>
                  </a:lnTo>
                  <a:lnTo>
                    <a:pt x="464819" y="838199"/>
                  </a:lnTo>
                  <a:lnTo>
                    <a:pt x="484587" y="787399"/>
                  </a:lnTo>
                  <a:lnTo>
                    <a:pt x="504737" y="736599"/>
                  </a:lnTo>
                  <a:lnTo>
                    <a:pt x="525267" y="685799"/>
                  </a:lnTo>
                  <a:lnTo>
                    <a:pt x="546177" y="634999"/>
                  </a:lnTo>
                  <a:lnTo>
                    <a:pt x="567463" y="584199"/>
                  </a:lnTo>
                  <a:lnTo>
                    <a:pt x="589125" y="533399"/>
                  </a:lnTo>
                  <a:lnTo>
                    <a:pt x="611160" y="495299"/>
                  </a:lnTo>
                  <a:lnTo>
                    <a:pt x="633567" y="444499"/>
                  </a:lnTo>
                  <a:lnTo>
                    <a:pt x="656344" y="393699"/>
                  </a:lnTo>
                  <a:lnTo>
                    <a:pt x="679488" y="342899"/>
                  </a:lnTo>
                  <a:lnTo>
                    <a:pt x="702999" y="292099"/>
                  </a:lnTo>
                  <a:lnTo>
                    <a:pt x="726875" y="241299"/>
                  </a:lnTo>
                  <a:lnTo>
                    <a:pt x="751113" y="203199"/>
                  </a:lnTo>
                  <a:lnTo>
                    <a:pt x="775712" y="152399"/>
                  </a:lnTo>
                  <a:lnTo>
                    <a:pt x="800670" y="101599"/>
                  </a:lnTo>
                  <a:lnTo>
                    <a:pt x="825985" y="50799"/>
                  </a:lnTo>
                  <a:lnTo>
                    <a:pt x="851656" y="12699"/>
                  </a:lnTo>
                  <a:lnTo>
                    <a:pt x="859951" y="0"/>
                  </a:lnTo>
                  <a:lnTo>
                    <a:pt x="945918" y="0"/>
                  </a:lnTo>
                  <a:lnTo>
                    <a:pt x="920178" y="50799"/>
                  </a:lnTo>
                  <a:lnTo>
                    <a:pt x="894787" y="88899"/>
                  </a:lnTo>
                  <a:lnTo>
                    <a:pt x="869748" y="139699"/>
                  </a:lnTo>
                  <a:lnTo>
                    <a:pt x="845061" y="190499"/>
                  </a:lnTo>
                  <a:lnTo>
                    <a:pt x="820730" y="228599"/>
                  </a:lnTo>
                  <a:lnTo>
                    <a:pt x="796756" y="279399"/>
                  </a:lnTo>
                  <a:lnTo>
                    <a:pt x="773141" y="330199"/>
                  </a:lnTo>
                  <a:lnTo>
                    <a:pt x="749886" y="380999"/>
                  </a:lnTo>
                  <a:lnTo>
                    <a:pt x="726993" y="431799"/>
                  </a:lnTo>
                  <a:lnTo>
                    <a:pt x="704464" y="469899"/>
                  </a:lnTo>
                  <a:lnTo>
                    <a:pt x="682300" y="520699"/>
                  </a:lnTo>
                  <a:lnTo>
                    <a:pt x="660505" y="571499"/>
                  </a:lnTo>
                  <a:lnTo>
                    <a:pt x="639078" y="622299"/>
                  </a:lnTo>
                  <a:lnTo>
                    <a:pt x="618023" y="673099"/>
                  </a:lnTo>
                  <a:lnTo>
                    <a:pt x="597340" y="723899"/>
                  </a:lnTo>
                  <a:lnTo>
                    <a:pt x="577033" y="774699"/>
                  </a:lnTo>
                  <a:lnTo>
                    <a:pt x="557101" y="812799"/>
                  </a:lnTo>
                  <a:lnTo>
                    <a:pt x="537548" y="863599"/>
                  </a:lnTo>
                  <a:lnTo>
                    <a:pt x="518375" y="914399"/>
                  </a:lnTo>
                  <a:lnTo>
                    <a:pt x="499583" y="965199"/>
                  </a:lnTo>
                  <a:lnTo>
                    <a:pt x="481176" y="1015999"/>
                  </a:lnTo>
                  <a:lnTo>
                    <a:pt x="463153" y="1066799"/>
                  </a:lnTo>
                  <a:lnTo>
                    <a:pt x="445518" y="1117599"/>
                  </a:lnTo>
                  <a:lnTo>
                    <a:pt x="428271" y="1168399"/>
                  </a:lnTo>
                  <a:lnTo>
                    <a:pt x="411415" y="1219199"/>
                  </a:lnTo>
                  <a:lnTo>
                    <a:pt x="394952" y="1269999"/>
                  </a:lnTo>
                  <a:lnTo>
                    <a:pt x="378883" y="1320799"/>
                  </a:lnTo>
                  <a:lnTo>
                    <a:pt x="363210" y="1371599"/>
                  </a:lnTo>
                  <a:lnTo>
                    <a:pt x="347934" y="1435099"/>
                  </a:lnTo>
                  <a:lnTo>
                    <a:pt x="333059" y="1485899"/>
                  </a:lnTo>
                  <a:lnTo>
                    <a:pt x="318584" y="1536699"/>
                  </a:lnTo>
                  <a:lnTo>
                    <a:pt x="304513" y="1587499"/>
                  </a:lnTo>
                  <a:lnTo>
                    <a:pt x="290847" y="1638299"/>
                  </a:lnTo>
                  <a:lnTo>
                    <a:pt x="277587" y="1689099"/>
                  </a:lnTo>
                  <a:lnTo>
                    <a:pt x="264736" y="1739899"/>
                  </a:lnTo>
                  <a:lnTo>
                    <a:pt x="252295" y="1803399"/>
                  </a:lnTo>
                  <a:lnTo>
                    <a:pt x="240266" y="1854199"/>
                  </a:lnTo>
                  <a:lnTo>
                    <a:pt x="228651" y="1904999"/>
                  </a:lnTo>
                  <a:lnTo>
                    <a:pt x="217452" y="1955799"/>
                  </a:lnTo>
                  <a:lnTo>
                    <a:pt x="206670" y="2006599"/>
                  </a:lnTo>
                  <a:lnTo>
                    <a:pt x="196307" y="2070099"/>
                  </a:lnTo>
                  <a:lnTo>
                    <a:pt x="186365" y="2120899"/>
                  </a:lnTo>
                  <a:lnTo>
                    <a:pt x="176846" y="2171699"/>
                  </a:lnTo>
                  <a:lnTo>
                    <a:pt x="167751" y="2222499"/>
                  </a:lnTo>
                  <a:lnTo>
                    <a:pt x="159083" y="2285999"/>
                  </a:lnTo>
                  <a:lnTo>
                    <a:pt x="150843" y="2336799"/>
                  </a:lnTo>
                  <a:lnTo>
                    <a:pt x="143032" y="2387599"/>
                  </a:lnTo>
                  <a:lnTo>
                    <a:pt x="135653" y="2451099"/>
                  </a:lnTo>
                  <a:lnTo>
                    <a:pt x="128708" y="2501899"/>
                  </a:lnTo>
                  <a:lnTo>
                    <a:pt x="122198" y="2552699"/>
                  </a:lnTo>
                  <a:lnTo>
                    <a:pt x="116124" y="2616199"/>
                  </a:lnTo>
                  <a:lnTo>
                    <a:pt x="110490" y="2666999"/>
                  </a:lnTo>
                  <a:lnTo>
                    <a:pt x="105296" y="2717799"/>
                  </a:lnTo>
                  <a:lnTo>
                    <a:pt x="100544" y="2781299"/>
                  </a:lnTo>
                  <a:lnTo>
                    <a:pt x="96236" y="2832099"/>
                  </a:lnTo>
                  <a:lnTo>
                    <a:pt x="92375" y="2882899"/>
                  </a:lnTo>
                  <a:lnTo>
                    <a:pt x="88961" y="2946399"/>
                  </a:lnTo>
                  <a:lnTo>
                    <a:pt x="85996" y="2997199"/>
                  </a:lnTo>
                  <a:lnTo>
                    <a:pt x="83483" y="3060699"/>
                  </a:lnTo>
                  <a:lnTo>
                    <a:pt x="81422" y="3111499"/>
                  </a:lnTo>
                  <a:lnTo>
                    <a:pt x="79816" y="3174999"/>
                  </a:lnTo>
                  <a:lnTo>
                    <a:pt x="78667" y="3225799"/>
                  </a:lnTo>
                  <a:lnTo>
                    <a:pt x="77977" y="3276599"/>
                  </a:lnTo>
                  <a:lnTo>
                    <a:pt x="77746" y="3340099"/>
                  </a:lnTo>
                  <a:lnTo>
                    <a:pt x="77977" y="3390899"/>
                  </a:lnTo>
                  <a:lnTo>
                    <a:pt x="78667" y="3454399"/>
                  </a:lnTo>
                  <a:lnTo>
                    <a:pt x="79816" y="3505199"/>
                  </a:lnTo>
                  <a:lnTo>
                    <a:pt x="81422" y="3568699"/>
                  </a:lnTo>
                  <a:lnTo>
                    <a:pt x="83483" y="3619499"/>
                  </a:lnTo>
                  <a:lnTo>
                    <a:pt x="85996" y="3682999"/>
                  </a:lnTo>
                  <a:lnTo>
                    <a:pt x="88961" y="3733799"/>
                  </a:lnTo>
                  <a:lnTo>
                    <a:pt x="92375" y="3784599"/>
                  </a:lnTo>
                  <a:lnTo>
                    <a:pt x="96236" y="3848099"/>
                  </a:lnTo>
                  <a:lnTo>
                    <a:pt x="100544" y="3898899"/>
                  </a:lnTo>
                  <a:lnTo>
                    <a:pt x="105296" y="3962399"/>
                  </a:lnTo>
                  <a:lnTo>
                    <a:pt x="110490" y="4013199"/>
                  </a:lnTo>
                  <a:lnTo>
                    <a:pt x="116124" y="4063999"/>
                  </a:lnTo>
                  <a:lnTo>
                    <a:pt x="122198" y="4127499"/>
                  </a:lnTo>
                  <a:lnTo>
                    <a:pt x="128708" y="4178299"/>
                  </a:lnTo>
                  <a:lnTo>
                    <a:pt x="135653" y="4229099"/>
                  </a:lnTo>
                  <a:lnTo>
                    <a:pt x="143032" y="4292599"/>
                  </a:lnTo>
                  <a:lnTo>
                    <a:pt x="150843" y="4343399"/>
                  </a:lnTo>
                  <a:lnTo>
                    <a:pt x="159083" y="4394199"/>
                  </a:lnTo>
                  <a:lnTo>
                    <a:pt x="167751" y="4444999"/>
                  </a:lnTo>
                  <a:lnTo>
                    <a:pt x="176846" y="4508499"/>
                  </a:lnTo>
                  <a:lnTo>
                    <a:pt x="186365" y="4559299"/>
                  </a:lnTo>
                  <a:lnTo>
                    <a:pt x="196307" y="4610099"/>
                  </a:lnTo>
                  <a:lnTo>
                    <a:pt x="206670" y="4660899"/>
                  </a:lnTo>
                  <a:lnTo>
                    <a:pt x="217452" y="4724399"/>
                  </a:lnTo>
                  <a:lnTo>
                    <a:pt x="228651" y="4775199"/>
                  </a:lnTo>
                  <a:lnTo>
                    <a:pt x="240266" y="4825999"/>
                  </a:lnTo>
                  <a:lnTo>
                    <a:pt x="252295" y="4876799"/>
                  </a:lnTo>
                  <a:lnTo>
                    <a:pt x="264736" y="4927599"/>
                  </a:lnTo>
                  <a:lnTo>
                    <a:pt x="277587" y="4991099"/>
                  </a:lnTo>
                  <a:lnTo>
                    <a:pt x="290847" y="5041899"/>
                  </a:lnTo>
                  <a:lnTo>
                    <a:pt x="304513" y="5092699"/>
                  </a:lnTo>
                  <a:lnTo>
                    <a:pt x="318584" y="5143499"/>
                  </a:lnTo>
                  <a:lnTo>
                    <a:pt x="333059" y="5194299"/>
                  </a:lnTo>
                  <a:lnTo>
                    <a:pt x="347934" y="5245099"/>
                  </a:lnTo>
                  <a:lnTo>
                    <a:pt x="363210" y="5295899"/>
                  </a:lnTo>
                  <a:lnTo>
                    <a:pt x="378883" y="5346699"/>
                  </a:lnTo>
                  <a:lnTo>
                    <a:pt x="394952" y="5397499"/>
                  </a:lnTo>
                  <a:lnTo>
                    <a:pt x="411415" y="5460999"/>
                  </a:lnTo>
                  <a:lnTo>
                    <a:pt x="428271" y="5511799"/>
                  </a:lnTo>
                  <a:lnTo>
                    <a:pt x="445518" y="5562599"/>
                  </a:lnTo>
                  <a:lnTo>
                    <a:pt x="463153" y="5613399"/>
                  </a:lnTo>
                  <a:lnTo>
                    <a:pt x="481176" y="5664199"/>
                  </a:lnTo>
                  <a:lnTo>
                    <a:pt x="499583" y="5714999"/>
                  </a:lnTo>
                  <a:lnTo>
                    <a:pt x="518375" y="5753099"/>
                  </a:lnTo>
                  <a:lnTo>
                    <a:pt x="537548" y="5803899"/>
                  </a:lnTo>
                  <a:lnTo>
                    <a:pt x="557101" y="5854699"/>
                  </a:lnTo>
                  <a:lnTo>
                    <a:pt x="577033" y="5905499"/>
                  </a:lnTo>
                  <a:lnTo>
                    <a:pt x="597340" y="5956299"/>
                  </a:lnTo>
                  <a:lnTo>
                    <a:pt x="618023" y="6007099"/>
                  </a:lnTo>
                  <a:lnTo>
                    <a:pt x="639078" y="6057899"/>
                  </a:lnTo>
                  <a:lnTo>
                    <a:pt x="660505" y="6108699"/>
                  </a:lnTo>
                  <a:lnTo>
                    <a:pt x="682300" y="6159499"/>
                  </a:lnTo>
                  <a:lnTo>
                    <a:pt x="704464" y="6197599"/>
                  </a:lnTo>
                  <a:lnTo>
                    <a:pt x="726993" y="6248399"/>
                  </a:lnTo>
                  <a:lnTo>
                    <a:pt x="749886" y="6299199"/>
                  </a:lnTo>
                  <a:lnTo>
                    <a:pt x="773141" y="6349999"/>
                  </a:lnTo>
                  <a:lnTo>
                    <a:pt x="796756" y="6400799"/>
                  </a:lnTo>
                  <a:lnTo>
                    <a:pt x="820730" y="6438899"/>
                  </a:lnTo>
                  <a:lnTo>
                    <a:pt x="845061" y="6489699"/>
                  </a:lnTo>
                  <a:lnTo>
                    <a:pt x="869748" y="6540499"/>
                  </a:lnTo>
                  <a:lnTo>
                    <a:pt x="894787" y="6578599"/>
                  </a:lnTo>
                  <a:lnTo>
                    <a:pt x="920178" y="6629399"/>
                  </a:lnTo>
                  <a:lnTo>
                    <a:pt x="945918" y="6680199"/>
                  </a:lnTo>
                  <a:lnTo>
                    <a:pt x="972007" y="6718299"/>
                  </a:lnTo>
                  <a:lnTo>
                    <a:pt x="998442" y="6769099"/>
                  </a:lnTo>
                  <a:lnTo>
                    <a:pt x="1025221" y="6819899"/>
                  </a:lnTo>
                  <a:lnTo>
                    <a:pt x="1052343" y="6857999"/>
                  </a:lnTo>
                  <a:lnTo>
                    <a:pt x="1079805" y="6908799"/>
                  </a:lnTo>
                  <a:lnTo>
                    <a:pt x="1107607" y="6946899"/>
                  </a:lnTo>
                  <a:lnTo>
                    <a:pt x="1135745" y="6997699"/>
                  </a:lnTo>
                  <a:lnTo>
                    <a:pt x="1164220" y="7035799"/>
                  </a:lnTo>
                  <a:lnTo>
                    <a:pt x="1193028" y="7086599"/>
                  </a:lnTo>
                  <a:lnTo>
                    <a:pt x="1222168" y="7124699"/>
                  </a:lnTo>
                  <a:lnTo>
                    <a:pt x="1251638" y="7175499"/>
                  </a:lnTo>
                  <a:lnTo>
                    <a:pt x="1281436" y="7213599"/>
                  </a:lnTo>
                  <a:lnTo>
                    <a:pt x="1311561" y="7264399"/>
                  </a:lnTo>
                  <a:lnTo>
                    <a:pt x="1342011" y="7302499"/>
                  </a:lnTo>
                  <a:lnTo>
                    <a:pt x="1372784" y="7353299"/>
                  </a:lnTo>
                  <a:lnTo>
                    <a:pt x="1403878" y="7391399"/>
                  </a:lnTo>
                  <a:lnTo>
                    <a:pt x="1435291" y="7429499"/>
                  </a:lnTo>
                  <a:lnTo>
                    <a:pt x="1467022" y="7480299"/>
                  </a:lnTo>
                  <a:lnTo>
                    <a:pt x="1499070" y="7518399"/>
                  </a:lnTo>
                  <a:lnTo>
                    <a:pt x="1531431" y="7556499"/>
                  </a:lnTo>
                  <a:lnTo>
                    <a:pt x="1564104" y="7594599"/>
                  </a:lnTo>
                  <a:lnTo>
                    <a:pt x="1597088" y="7645399"/>
                  </a:lnTo>
                  <a:lnTo>
                    <a:pt x="1630381" y="7683499"/>
                  </a:lnTo>
                  <a:lnTo>
                    <a:pt x="1663981" y="7721599"/>
                  </a:lnTo>
                  <a:lnTo>
                    <a:pt x="1732094" y="7797799"/>
                  </a:lnTo>
                  <a:lnTo>
                    <a:pt x="1766605" y="7848599"/>
                  </a:lnTo>
                  <a:lnTo>
                    <a:pt x="1836523" y="7924799"/>
                  </a:lnTo>
                  <a:lnTo>
                    <a:pt x="1907626" y="8000999"/>
                  </a:lnTo>
                  <a:lnTo>
                    <a:pt x="1979900" y="8077199"/>
                  </a:lnTo>
                  <a:lnTo>
                    <a:pt x="2053331" y="8153399"/>
                  </a:lnTo>
                  <a:lnTo>
                    <a:pt x="2127905" y="8229599"/>
                  </a:lnTo>
                  <a:lnTo>
                    <a:pt x="2203606" y="8305799"/>
                  </a:lnTo>
                  <a:lnTo>
                    <a:pt x="2241876" y="8331199"/>
                  </a:lnTo>
                  <a:lnTo>
                    <a:pt x="2319243" y="8407399"/>
                  </a:lnTo>
                  <a:lnTo>
                    <a:pt x="2397703" y="8483599"/>
                  </a:lnTo>
                  <a:lnTo>
                    <a:pt x="2437339" y="8508999"/>
                  </a:lnTo>
                  <a:lnTo>
                    <a:pt x="2517411" y="8585199"/>
                  </a:lnTo>
                  <a:lnTo>
                    <a:pt x="2557844" y="8610599"/>
                  </a:lnTo>
                  <a:lnTo>
                    <a:pt x="2639497" y="8686799"/>
                  </a:lnTo>
                  <a:lnTo>
                    <a:pt x="2680713" y="8712199"/>
                  </a:lnTo>
                  <a:lnTo>
                    <a:pt x="2722185" y="8750299"/>
                  </a:lnTo>
                  <a:lnTo>
                    <a:pt x="2763913" y="8775699"/>
                  </a:lnTo>
                  <a:lnTo>
                    <a:pt x="2805895" y="8813799"/>
                  </a:lnTo>
                  <a:lnTo>
                    <a:pt x="2848128" y="8839199"/>
                  </a:lnTo>
                  <a:lnTo>
                    <a:pt x="2890612" y="8877299"/>
                  </a:lnTo>
                  <a:lnTo>
                    <a:pt x="2933343" y="8902699"/>
                  </a:lnTo>
                  <a:lnTo>
                    <a:pt x="2976321" y="8940799"/>
                  </a:lnTo>
                  <a:lnTo>
                    <a:pt x="3019544" y="8966199"/>
                  </a:lnTo>
                  <a:lnTo>
                    <a:pt x="3063010" y="9004299"/>
                  </a:lnTo>
                  <a:lnTo>
                    <a:pt x="3150663" y="9055099"/>
                  </a:lnTo>
                  <a:lnTo>
                    <a:pt x="3194846" y="9093199"/>
                  </a:lnTo>
                  <a:lnTo>
                    <a:pt x="3373921" y="9194799"/>
                  </a:lnTo>
                  <a:lnTo>
                    <a:pt x="3419265" y="9232899"/>
                  </a:lnTo>
                  <a:lnTo>
                    <a:pt x="3742931" y="9410699"/>
                  </a:lnTo>
                  <a:lnTo>
                    <a:pt x="3932638" y="9512299"/>
                  </a:lnTo>
                  <a:lnTo>
                    <a:pt x="3980588" y="9524999"/>
                  </a:lnTo>
                  <a:lnTo>
                    <a:pt x="4125663" y="9601199"/>
                  </a:lnTo>
                  <a:lnTo>
                    <a:pt x="4174424" y="9613899"/>
                  </a:lnTo>
                  <a:lnTo>
                    <a:pt x="4272539" y="9664699"/>
                  </a:lnTo>
                  <a:lnTo>
                    <a:pt x="4321889" y="9677399"/>
                  </a:lnTo>
                  <a:lnTo>
                    <a:pt x="4421168" y="9728199"/>
                  </a:lnTo>
                  <a:lnTo>
                    <a:pt x="4471093" y="9740899"/>
                  </a:lnTo>
                  <a:lnTo>
                    <a:pt x="4521205" y="9766299"/>
                  </a:lnTo>
                  <a:lnTo>
                    <a:pt x="4571503" y="9778999"/>
                  </a:lnTo>
                  <a:lnTo>
                    <a:pt x="4621985" y="9804399"/>
                  </a:lnTo>
                  <a:lnTo>
                    <a:pt x="4723495" y="9829799"/>
                  </a:lnTo>
                  <a:lnTo>
                    <a:pt x="4774519" y="9855199"/>
                  </a:lnTo>
                  <a:lnTo>
                    <a:pt x="4877096" y="9880599"/>
                  </a:lnTo>
                  <a:lnTo>
                    <a:pt x="4928645" y="9905999"/>
                  </a:lnTo>
                  <a:lnTo>
                    <a:pt x="5136543" y="9956799"/>
                  </a:lnTo>
                  <a:lnTo>
                    <a:pt x="5188933" y="9982199"/>
                  </a:lnTo>
                  <a:lnTo>
                    <a:pt x="5453290" y="10045699"/>
                  </a:lnTo>
                  <a:lnTo>
                    <a:pt x="5506630" y="10045699"/>
                  </a:lnTo>
                  <a:lnTo>
                    <a:pt x="5775576" y="10109199"/>
                  </a:lnTo>
                  <a:lnTo>
                    <a:pt x="5829801" y="10109199"/>
                  </a:lnTo>
                  <a:lnTo>
                    <a:pt x="5938675" y="10134599"/>
                  </a:lnTo>
                  <a:lnTo>
                    <a:pt x="5993320" y="10134599"/>
                  </a:lnTo>
                  <a:lnTo>
                    <a:pt x="6048101" y="10147299"/>
                  </a:lnTo>
                  <a:lnTo>
                    <a:pt x="6103016" y="10147299"/>
                  </a:lnTo>
                  <a:lnTo>
                    <a:pt x="6158064" y="10159999"/>
                  </a:lnTo>
                  <a:lnTo>
                    <a:pt x="6213242" y="10159999"/>
                  </a:lnTo>
                  <a:lnTo>
                    <a:pt x="6268549" y="10172699"/>
                  </a:lnTo>
                  <a:lnTo>
                    <a:pt x="6323983" y="10172699"/>
                  </a:lnTo>
                  <a:lnTo>
                    <a:pt x="6379543" y="10185399"/>
                  </a:lnTo>
                  <a:close/>
                </a:path>
                <a:path w="10869294" h="10287000">
                  <a:moveTo>
                    <a:pt x="8120615" y="10185399"/>
                  </a:moveTo>
                  <a:lnTo>
                    <a:pt x="7503746" y="10185399"/>
                  </a:lnTo>
                  <a:lnTo>
                    <a:pt x="7559306" y="10172699"/>
                  </a:lnTo>
                  <a:lnTo>
                    <a:pt x="7614740" y="10172699"/>
                  </a:lnTo>
                  <a:lnTo>
                    <a:pt x="7670047" y="10159999"/>
                  </a:lnTo>
                  <a:lnTo>
                    <a:pt x="7725226" y="10159999"/>
                  </a:lnTo>
                  <a:lnTo>
                    <a:pt x="7780273" y="10147299"/>
                  </a:lnTo>
                  <a:lnTo>
                    <a:pt x="7835188" y="10147299"/>
                  </a:lnTo>
                  <a:lnTo>
                    <a:pt x="7889969" y="10134599"/>
                  </a:lnTo>
                  <a:lnTo>
                    <a:pt x="7944614" y="10134599"/>
                  </a:lnTo>
                  <a:lnTo>
                    <a:pt x="8053488" y="10109199"/>
                  </a:lnTo>
                  <a:lnTo>
                    <a:pt x="8107714" y="10109199"/>
                  </a:lnTo>
                  <a:lnTo>
                    <a:pt x="8376660" y="10045699"/>
                  </a:lnTo>
                  <a:lnTo>
                    <a:pt x="8430000" y="10045699"/>
                  </a:lnTo>
                  <a:lnTo>
                    <a:pt x="8694357" y="9982199"/>
                  </a:lnTo>
                  <a:lnTo>
                    <a:pt x="8746747" y="9956799"/>
                  </a:lnTo>
                  <a:lnTo>
                    <a:pt x="8954644" y="9905999"/>
                  </a:lnTo>
                  <a:lnTo>
                    <a:pt x="9006194" y="9880599"/>
                  </a:lnTo>
                  <a:lnTo>
                    <a:pt x="9108771" y="9855199"/>
                  </a:lnTo>
                  <a:lnTo>
                    <a:pt x="9159795" y="9829799"/>
                  </a:lnTo>
                  <a:lnTo>
                    <a:pt x="9261304" y="9804399"/>
                  </a:lnTo>
                  <a:lnTo>
                    <a:pt x="9311787" y="9778999"/>
                  </a:lnTo>
                  <a:lnTo>
                    <a:pt x="9362085" y="9766299"/>
                  </a:lnTo>
                  <a:lnTo>
                    <a:pt x="9412197" y="9740899"/>
                  </a:lnTo>
                  <a:lnTo>
                    <a:pt x="9462121" y="9728199"/>
                  </a:lnTo>
                  <a:lnTo>
                    <a:pt x="9561400" y="9677399"/>
                  </a:lnTo>
                  <a:lnTo>
                    <a:pt x="9610751" y="9664699"/>
                  </a:lnTo>
                  <a:lnTo>
                    <a:pt x="9708866" y="9613899"/>
                  </a:lnTo>
                  <a:lnTo>
                    <a:pt x="9757627" y="9601199"/>
                  </a:lnTo>
                  <a:lnTo>
                    <a:pt x="9902701" y="9524999"/>
                  </a:lnTo>
                  <a:lnTo>
                    <a:pt x="9950651" y="9512299"/>
                  </a:lnTo>
                  <a:lnTo>
                    <a:pt x="10140359" y="9410699"/>
                  </a:lnTo>
                  <a:lnTo>
                    <a:pt x="10464024" y="9232899"/>
                  </a:lnTo>
                  <a:lnTo>
                    <a:pt x="10509369" y="9194799"/>
                  </a:lnTo>
                  <a:lnTo>
                    <a:pt x="10688443" y="9093199"/>
                  </a:lnTo>
                  <a:lnTo>
                    <a:pt x="10732627" y="9055099"/>
                  </a:lnTo>
                  <a:lnTo>
                    <a:pt x="10820280" y="9004299"/>
                  </a:lnTo>
                  <a:lnTo>
                    <a:pt x="10863745" y="8966199"/>
                  </a:lnTo>
                  <a:lnTo>
                    <a:pt x="10868914" y="8966199"/>
                  </a:lnTo>
                  <a:lnTo>
                    <a:pt x="10868914" y="9055099"/>
                  </a:lnTo>
                  <a:lnTo>
                    <a:pt x="10863679" y="9067799"/>
                  </a:lnTo>
                  <a:lnTo>
                    <a:pt x="10775030" y="9118599"/>
                  </a:lnTo>
                  <a:lnTo>
                    <a:pt x="10730345" y="9156699"/>
                  </a:lnTo>
                  <a:lnTo>
                    <a:pt x="10640261" y="9207499"/>
                  </a:lnTo>
                  <a:lnTo>
                    <a:pt x="10594867" y="9245599"/>
                  </a:lnTo>
                  <a:lnTo>
                    <a:pt x="10270684" y="9423399"/>
                  </a:lnTo>
                  <a:lnTo>
                    <a:pt x="9887012" y="9626599"/>
                  </a:lnTo>
                  <a:lnTo>
                    <a:pt x="9838108" y="9651999"/>
                  </a:lnTo>
                  <a:lnTo>
                    <a:pt x="9789000" y="9664699"/>
                  </a:lnTo>
                  <a:lnTo>
                    <a:pt x="9690179" y="9715499"/>
                  </a:lnTo>
                  <a:lnTo>
                    <a:pt x="9640470" y="9728199"/>
                  </a:lnTo>
                  <a:lnTo>
                    <a:pt x="9540462" y="9778999"/>
                  </a:lnTo>
                  <a:lnTo>
                    <a:pt x="9490168" y="9791699"/>
                  </a:lnTo>
                  <a:lnTo>
                    <a:pt x="9439682" y="9817099"/>
                  </a:lnTo>
                  <a:lnTo>
                    <a:pt x="9389007" y="9829799"/>
                  </a:lnTo>
                  <a:lnTo>
                    <a:pt x="9338144" y="9855199"/>
                  </a:lnTo>
                  <a:lnTo>
                    <a:pt x="9287095" y="9867899"/>
                  </a:lnTo>
                  <a:lnTo>
                    <a:pt x="9235862" y="9893299"/>
                  </a:lnTo>
                  <a:lnTo>
                    <a:pt x="9184446" y="9905999"/>
                  </a:lnTo>
                  <a:lnTo>
                    <a:pt x="9132850" y="9931399"/>
                  </a:lnTo>
                  <a:lnTo>
                    <a:pt x="9029123" y="9956799"/>
                  </a:lnTo>
                  <a:lnTo>
                    <a:pt x="8976996" y="9982199"/>
                  </a:lnTo>
                  <a:lnTo>
                    <a:pt x="8713797" y="10045699"/>
                  </a:lnTo>
                  <a:lnTo>
                    <a:pt x="8660657" y="10071099"/>
                  </a:lnTo>
                  <a:lnTo>
                    <a:pt x="8446489" y="10121899"/>
                  </a:lnTo>
                  <a:lnTo>
                    <a:pt x="8392555" y="10121899"/>
                  </a:lnTo>
                  <a:lnTo>
                    <a:pt x="8120615" y="10185399"/>
                  </a:lnTo>
                  <a:close/>
                </a:path>
                <a:path w="10869294" h="10287000">
                  <a:moveTo>
                    <a:pt x="7955702" y="10210799"/>
                  </a:moveTo>
                  <a:lnTo>
                    <a:pt x="5926966" y="10210799"/>
                  </a:lnTo>
                  <a:lnTo>
                    <a:pt x="5816829" y="10185399"/>
                  </a:lnTo>
                  <a:lnTo>
                    <a:pt x="6546957" y="10185399"/>
                  </a:lnTo>
                  <a:lnTo>
                    <a:pt x="6603000" y="10198099"/>
                  </a:lnTo>
                  <a:lnTo>
                    <a:pt x="8010814" y="10198099"/>
                  </a:lnTo>
                  <a:lnTo>
                    <a:pt x="7955702" y="10210799"/>
                  </a:lnTo>
                  <a:close/>
                </a:path>
                <a:path w="10869294" h="10287000">
                  <a:moveTo>
                    <a:pt x="8010814" y="10198099"/>
                  </a:moveTo>
                  <a:lnTo>
                    <a:pt x="7280289" y="10198099"/>
                  </a:lnTo>
                  <a:lnTo>
                    <a:pt x="7336332" y="10185399"/>
                  </a:lnTo>
                  <a:lnTo>
                    <a:pt x="8065786" y="10185399"/>
                  </a:lnTo>
                  <a:lnTo>
                    <a:pt x="8010814" y="10198099"/>
                  </a:lnTo>
                  <a:close/>
                </a:path>
                <a:path w="10869294" h="10287000">
                  <a:moveTo>
                    <a:pt x="7845062" y="10223499"/>
                  </a:moveTo>
                  <a:lnTo>
                    <a:pt x="6037663" y="10223499"/>
                  </a:lnTo>
                  <a:lnTo>
                    <a:pt x="5982246" y="10210799"/>
                  </a:lnTo>
                  <a:lnTo>
                    <a:pt x="7900451" y="10210799"/>
                  </a:lnTo>
                  <a:lnTo>
                    <a:pt x="7845062" y="10223499"/>
                  </a:lnTo>
                  <a:close/>
                </a:path>
                <a:path w="10869294" h="10287000">
                  <a:moveTo>
                    <a:pt x="7733880" y="10236199"/>
                  </a:moveTo>
                  <a:lnTo>
                    <a:pt x="6148905" y="10236199"/>
                  </a:lnTo>
                  <a:lnTo>
                    <a:pt x="6093217" y="10223499"/>
                  </a:lnTo>
                  <a:lnTo>
                    <a:pt x="7789538" y="10223499"/>
                  </a:lnTo>
                  <a:lnTo>
                    <a:pt x="7733880" y="10236199"/>
                  </a:lnTo>
                  <a:close/>
                </a:path>
                <a:path w="10869294" h="10287000">
                  <a:moveTo>
                    <a:pt x="7622171" y="10248899"/>
                  </a:moveTo>
                  <a:lnTo>
                    <a:pt x="6260677" y="10248899"/>
                  </a:lnTo>
                  <a:lnTo>
                    <a:pt x="6204726" y="10236199"/>
                  </a:lnTo>
                  <a:lnTo>
                    <a:pt x="7678090" y="10236199"/>
                  </a:lnTo>
                  <a:lnTo>
                    <a:pt x="7622171" y="10248899"/>
                  </a:lnTo>
                  <a:close/>
                </a:path>
                <a:path w="10869294" h="10287000">
                  <a:moveTo>
                    <a:pt x="7509948" y="10261599"/>
                  </a:moveTo>
                  <a:lnTo>
                    <a:pt x="6372965" y="10261599"/>
                  </a:lnTo>
                  <a:lnTo>
                    <a:pt x="6316758" y="10248899"/>
                  </a:lnTo>
                  <a:lnTo>
                    <a:pt x="7566123" y="10248899"/>
                  </a:lnTo>
                  <a:lnTo>
                    <a:pt x="7509948" y="10261599"/>
                  </a:lnTo>
                  <a:close/>
                </a:path>
                <a:path w="10869294" h="10287000">
                  <a:moveTo>
                    <a:pt x="7340684" y="10274299"/>
                  </a:moveTo>
                  <a:lnTo>
                    <a:pt x="6542334" y="10274299"/>
                  </a:lnTo>
                  <a:lnTo>
                    <a:pt x="6485755" y="10261599"/>
                  </a:lnTo>
                  <a:lnTo>
                    <a:pt x="7397227" y="10261599"/>
                  </a:lnTo>
                  <a:lnTo>
                    <a:pt x="7340684" y="10274299"/>
                  </a:lnTo>
                  <a:close/>
                </a:path>
                <a:path w="10869294" h="10287000">
                  <a:moveTo>
                    <a:pt x="6941645" y="10286999"/>
                  </a:moveTo>
                  <a:lnTo>
                    <a:pt x="6884264" y="10274299"/>
                  </a:lnTo>
                  <a:lnTo>
                    <a:pt x="6998985" y="10274299"/>
                  </a:lnTo>
                  <a:lnTo>
                    <a:pt x="6941645" y="10286999"/>
                  </a:lnTo>
                  <a:close/>
                </a:path>
              </a:pathLst>
            </a:custGeom>
            <a:solidFill>
              <a:srgbClr val="ECECEC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0967" y="2366568"/>
            <a:ext cx="1397698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spc="345" dirty="0">
                <a:latin typeface="Trebuchet MS"/>
                <a:cs typeface="Trebuchet MS"/>
              </a:rPr>
              <a:t>TENS</a:t>
            </a:r>
            <a:r>
              <a:rPr b="0" spc="-565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ALGUMA</a:t>
            </a:r>
            <a:r>
              <a:rPr b="0" spc="-565" dirty="0">
                <a:latin typeface="Trebuchet MS"/>
                <a:cs typeface="Trebuchet MS"/>
              </a:rPr>
              <a:t> </a:t>
            </a:r>
            <a:r>
              <a:rPr b="0" spc="285" dirty="0">
                <a:latin typeface="Trebuchet MS"/>
                <a:cs typeface="Trebuchet MS"/>
              </a:rPr>
              <a:t>DÚVIDA?</a:t>
            </a:r>
          </a:p>
          <a:p>
            <a:pPr marL="12700" marR="5080" algn="ctr">
              <a:lnSpc>
                <a:spcPct val="100000"/>
              </a:lnSpc>
            </a:pPr>
            <a:r>
              <a:rPr b="0" spc="190" dirty="0">
                <a:latin typeface="Trebuchet MS"/>
                <a:cs typeface="Trebuchet MS"/>
              </a:rPr>
              <a:t>ENTRA</a:t>
            </a:r>
            <a:r>
              <a:rPr b="0" spc="-565" dirty="0">
                <a:latin typeface="Trebuchet MS"/>
                <a:cs typeface="Trebuchet MS"/>
              </a:rPr>
              <a:t> </a:t>
            </a:r>
            <a:r>
              <a:rPr b="0" spc="300" dirty="0">
                <a:latin typeface="Trebuchet MS"/>
                <a:cs typeface="Trebuchet MS"/>
              </a:rPr>
              <a:t>EM</a:t>
            </a:r>
            <a:r>
              <a:rPr b="0" spc="-560" dirty="0">
                <a:latin typeface="Trebuchet MS"/>
                <a:cs typeface="Trebuchet MS"/>
              </a:rPr>
              <a:t> </a:t>
            </a:r>
            <a:r>
              <a:rPr b="0" spc="60" dirty="0">
                <a:latin typeface="Trebuchet MS"/>
                <a:cs typeface="Trebuchet MS"/>
              </a:rPr>
              <a:t>CONTATO</a:t>
            </a:r>
            <a:r>
              <a:rPr b="0" spc="-565" dirty="0">
                <a:latin typeface="Trebuchet MS"/>
                <a:cs typeface="Trebuchet MS"/>
              </a:rPr>
              <a:t> </a:t>
            </a:r>
            <a:r>
              <a:rPr b="0" spc="145" dirty="0">
                <a:latin typeface="Trebuchet MS"/>
                <a:cs typeface="Trebuchet MS"/>
              </a:rPr>
              <a:t>CONNOSCO </a:t>
            </a:r>
            <a:r>
              <a:rPr b="0" spc="365" dirty="0">
                <a:latin typeface="Trebuchet MS"/>
                <a:cs typeface="Trebuchet MS"/>
              </a:rPr>
              <a:t>ATRAVÉS</a:t>
            </a:r>
            <a:r>
              <a:rPr b="0" spc="-575" dirty="0">
                <a:latin typeface="Trebuchet MS"/>
                <a:cs typeface="Trebuchet MS"/>
              </a:rPr>
              <a:t> </a:t>
            </a:r>
            <a:r>
              <a:rPr b="0" spc="160" dirty="0">
                <a:latin typeface="Trebuchet MS"/>
                <a:cs typeface="Trebuchet MS"/>
              </a:rPr>
              <a:t>DO</a:t>
            </a:r>
            <a:r>
              <a:rPr b="0" spc="-570" dirty="0">
                <a:latin typeface="Trebuchet MS"/>
                <a:cs typeface="Trebuchet MS"/>
              </a:rPr>
              <a:t> </a:t>
            </a:r>
            <a:r>
              <a:rPr b="0" spc="250" dirty="0">
                <a:latin typeface="Trebuchet MS"/>
                <a:cs typeface="Trebuchet MS"/>
              </a:rPr>
              <a:t>DISCORD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338986" y="0"/>
            <a:ext cx="11750675" cy="10283825"/>
            <a:chOff x="6338986" y="0"/>
            <a:chExt cx="11750675" cy="102838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8772" y="0"/>
              <a:ext cx="1390649" cy="8181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8986" y="9673741"/>
              <a:ext cx="5610209" cy="609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488</Words>
  <Application>Microsoft Macintosh PowerPoint</Application>
  <PresentationFormat>Personalizados</PresentationFormat>
  <Paragraphs>86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Arial Narrow</vt:lpstr>
      <vt:lpstr>Century Gothic</vt:lpstr>
      <vt:lpstr>Lucida Sans</vt:lpstr>
      <vt:lpstr>Trebuchet MS</vt:lpstr>
      <vt:lpstr>Office Theme</vt:lpstr>
      <vt:lpstr>BOLSA A-MOVER</vt:lpstr>
      <vt:lpstr>AGENDA</vt:lpstr>
      <vt:lpstr>OBJETIVOS DA FORMAÇÃO</vt:lpstr>
      <vt:lpstr>ESTRUTURA DA FORMAÇÃO</vt:lpstr>
      <vt:lpstr>AVALIAÇÃO</vt:lpstr>
      <vt:lpstr>AVALIAÇÃO</vt:lpstr>
      <vt:lpstr>DISCORD</vt:lpstr>
      <vt:lpstr>DESAFIO</vt:lpstr>
      <vt:lpstr>DESAFIO</vt:lpstr>
      <vt:lpstr>DESAFIO EXTRA</vt:lpstr>
      <vt:lpstr>Apresentação do PowerPoint</vt:lpstr>
      <vt:lpstr>Apresentação do PowerPoint</vt:lpstr>
      <vt:lpstr>Apresentação do PowerPoint</vt:lpstr>
      <vt:lpstr>Apresentação do PowerPoint</vt:lpstr>
      <vt:lpstr>TENS ALGUMA DÚVIDA? ENTRA EM CONTATO CONNOSCO ATRAVÉS DO DISCORD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Kotlin_Apresentação</dc:title>
  <dc:creator>Ana Ribeiro</dc:creator>
  <cp:keywords>DAGGdZcKTgc,BAFK6Y8ozUo</cp:keywords>
  <cp:lastModifiedBy>ANA SOFIA ALVES DE ALMEIDA COSTA RIBEIRO</cp:lastModifiedBy>
  <cp:revision>1</cp:revision>
  <dcterms:created xsi:type="dcterms:W3CDTF">2025-11-19T10:30:07Z</dcterms:created>
  <dcterms:modified xsi:type="dcterms:W3CDTF">2025-11-19T10:35:01Z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2024-06-04T00:00:00Z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2025-11-19T00:00:00Z</vt:filetime>
  </property>
  <property fmtid="{D5CDD505-2E9C-101B-9397-08002B2CF9AE}" pid="5" name="Producer">
    <vt:lpwstr>3-Heights(TM) PDF Security Shell 4.8.25.2 (http://www.pdf-tools.com)</vt:lpwstr>
  </property>
</Properties>
</file>